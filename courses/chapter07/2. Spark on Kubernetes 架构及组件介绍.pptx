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6256000" cy="9144000"/>
  <p:notesSz cx="9144000" cy="16256000"/>
  <p:embeddedFontLst>
    <p:embeddedFont>
      <p:font typeface="得意黑" pitchFamily="2" charset="-122"/>
      <p:regular r:id="rId34"/>
      <p:italic r:id="rId35"/>
    </p:embeddedFont>
    <p:embeddedFont>
      <p:font typeface="MiSans" pitchFamily="2" charset="-122"/>
      <p:regular r:id="rId36"/>
    </p:embeddedFont>
    <p:embeddedFont>
      <p:font typeface="微软雅黑" panose="020B0503020204020204" pitchFamily="34" charset="-122"/>
      <p:regular r:id="rId37"/>
      <p:bold r:id="rId38"/>
    </p:embeddedFont>
    <p:embeddedFont>
      <p:font typeface="Liter" panose="02000503030000020004" pitchFamily="2" charset="0"/>
      <p:regular r:id="rId39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48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7949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manh.com/db451e5cf15be6dc4a5b3e0bb51e4b3e31384e01.png"/>
          <p:cNvPicPr>
            <a:picLocks noChangeAspect="1"/>
          </p:cNvPicPr>
          <p:nvPr/>
        </p:nvPicPr>
        <p:blipFill>
          <a:blip r:embed="rId3">
            <a:alphaModFix amt="40000"/>
          </a:blip>
          <a:srcRect l="7265" r="7265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33400" y="1898650"/>
            <a:ext cx="2781300" cy="508000"/>
          </a:xfrm>
          <a:custGeom>
            <a:avLst/>
            <a:gdLst/>
            <a:ahLst/>
            <a:cxnLst/>
            <a:rect l="l" t="t" r="r" b="b"/>
            <a:pathLst>
              <a:path w="2781300" h="508000">
                <a:moveTo>
                  <a:pt x="0" y="0"/>
                </a:moveTo>
                <a:lnTo>
                  <a:pt x="2781300" y="0"/>
                </a:lnTo>
                <a:lnTo>
                  <a:pt x="27813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533400" y="189865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62000" y="2000250"/>
            <a:ext cx="245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DEEP DIVE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2711450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Spark on Kubernetes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8000" y="415925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4FD1C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架构及组件介绍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8000" y="507365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508000" y="5530850"/>
            <a:ext cx="9906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云原生大数据计算平台技术深度解析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8000" y="6737350"/>
            <a:ext cx="2235200" cy="508000"/>
          </a:xfrm>
          <a:custGeom>
            <a:avLst/>
            <a:gdLst/>
            <a:ahLst/>
            <a:cxnLst/>
            <a:rect l="l" t="t" r="r" b="b"/>
            <a:pathLst>
              <a:path w="2235200" h="508000">
                <a:moveTo>
                  <a:pt x="50800" y="0"/>
                </a:moveTo>
                <a:lnTo>
                  <a:pt x="2184400" y="0"/>
                </a:lnTo>
                <a:cubicBezTo>
                  <a:pt x="2212437" y="0"/>
                  <a:pt x="2235200" y="22763"/>
                  <a:pt x="2235200" y="50800"/>
                </a:cubicBezTo>
                <a:lnTo>
                  <a:pt x="2235200" y="457200"/>
                </a:lnTo>
                <a:cubicBezTo>
                  <a:pt x="2235200" y="485237"/>
                  <a:pt x="2212437" y="508000"/>
                  <a:pt x="21844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711200" y="683895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/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1244600" y="6838950"/>
            <a:ext cx="139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Apache Spark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941538" y="6737350"/>
            <a:ext cx="2006600" cy="508000"/>
          </a:xfrm>
          <a:custGeom>
            <a:avLst/>
            <a:gdLst/>
            <a:ahLst/>
            <a:cxnLst/>
            <a:rect l="l" t="t" r="r" b="b"/>
            <a:pathLst>
              <a:path w="2006600" h="508000">
                <a:moveTo>
                  <a:pt x="50800" y="0"/>
                </a:moveTo>
                <a:lnTo>
                  <a:pt x="1955800" y="0"/>
                </a:lnTo>
                <a:cubicBezTo>
                  <a:pt x="1983837" y="0"/>
                  <a:pt x="2006600" y="22763"/>
                  <a:pt x="2006600" y="50800"/>
                </a:cubicBezTo>
                <a:lnTo>
                  <a:pt x="2006600" y="457200"/>
                </a:lnTo>
                <a:cubicBezTo>
                  <a:pt x="2006600" y="485237"/>
                  <a:pt x="1983837" y="508000"/>
                  <a:pt x="19558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3182838" y="68389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1097" y="122456"/>
                </a:moveTo>
                <a:lnTo>
                  <a:pt x="230029" y="97155"/>
                </a:lnTo>
                <a:cubicBezTo>
                  <a:pt x="238244" y="108645"/>
                  <a:pt x="243959" y="122099"/>
                  <a:pt x="246340" y="136565"/>
                </a:cubicBezTo>
                <a:lnTo>
                  <a:pt x="208002" y="139125"/>
                </a:lnTo>
                <a:cubicBezTo>
                  <a:pt x="206573" y="133112"/>
                  <a:pt x="204192" y="127516"/>
                  <a:pt x="201097" y="122456"/>
                </a:cubicBezTo>
                <a:close/>
                <a:moveTo>
                  <a:pt x="284500" y="134064"/>
                </a:moveTo>
                <a:cubicBezTo>
                  <a:pt x="281345" y="110966"/>
                  <a:pt x="272236" y="89714"/>
                  <a:pt x="258782" y="71973"/>
                </a:cubicBezTo>
                <a:lnTo>
                  <a:pt x="259259" y="71557"/>
                </a:lnTo>
                <a:cubicBezTo>
                  <a:pt x="267295" y="64532"/>
                  <a:pt x="267712" y="52149"/>
                  <a:pt x="260152" y="44648"/>
                </a:cubicBezTo>
                <a:cubicBezTo>
                  <a:pt x="252591" y="37148"/>
                  <a:pt x="240268" y="37505"/>
                  <a:pt x="233243" y="45541"/>
                </a:cubicBezTo>
                <a:lnTo>
                  <a:pt x="232827" y="46018"/>
                </a:lnTo>
                <a:cubicBezTo>
                  <a:pt x="215086" y="32564"/>
                  <a:pt x="193834" y="23455"/>
                  <a:pt x="170736" y="20300"/>
                </a:cubicBezTo>
                <a:lnTo>
                  <a:pt x="170795" y="19645"/>
                </a:lnTo>
                <a:cubicBezTo>
                  <a:pt x="171510" y="8989"/>
                  <a:pt x="163056" y="0"/>
                  <a:pt x="152400" y="0"/>
                </a:cubicBezTo>
                <a:cubicBezTo>
                  <a:pt x="141744" y="0"/>
                  <a:pt x="133290" y="9049"/>
                  <a:pt x="134005" y="19645"/>
                </a:cubicBezTo>
                <a:lnTo>
                  <a:pt x="134064" y="20300"/>
                </a:lnTo>
                <a:cubicBezTo>
                  <a:pt x="110966" y="23455"/>
                  <a:pt x="89714" y="32564"/>
                  <a:pt x="71973" y="46018"/>
                </a:cubicBezTo>
                <a:lnTo>
                  <a:pt x="71557" y="45541"/>
                </a:lnTo>
                <a:cubicBezTo>
                  <a:pt x="64532" y="37505"/>
                  <a:pt x="52149" y="37088"/>
                  <a:pt x="44648" y="44648"/>
                </a:cubicBezTo>
                <a:cubicBezTo>
                  <a:pt x="37148" y="52209"/>
                  <a:pt x="37505" y="64532"/>
                  <a:pt x="45541" y="71557"/>
                </a:cubicBezTo>
                <a:lnTo>
                  <a:pt x="46018" y="71973"/>
                </a:lnTo>
                <a:cubicBezTo>
                  <a:pt x="32564" y="89714"/>
                  <a:pt x="23455" y="110966"/>
                  <a:pt x="20300" y="134064"/>
                </a:cubicBezTo>
                <a:lnTo>
                  <a:pt x="19645" y="134005"/>
                </a:lnTo>
                <a:cubicBezTo>
                  <a:pt x="8989" y="133290"/>
                  <a:pt x="0" y="141744"/>
                  <a:pt x="0" y="152400"/>
                </a:cubicBezTo>
                <a:cubicBezTo>
                  <a:pt x="0" y="163056"/>
                  <a:pt x="9049" y="171510"/>
                  <a:pt x="19645" y="170795"/>
                </a:cubicBezTo>
                <a:lnTo>
                  <a:pt x="20300" y="170736"/>
                </a:lnTo>
                <a:cubicBezTo>
                  <a:pt x="23455" y="193834"/>
                  <a:pt x="32564" y="215086"/>
                  <a:pt x="46018" y="232827"/>
                </a:cubicBezTo>
                <a:lnTo>
                  <a:pt x="45541" y="233243"/>
                </a:lnTo>
                <a:cubicBezTo>
                  <a:pt x="37505" y="240268"/>
                  <a:pt x="37088" y="252651"/>
                  <a:pt x="44648" y="260152"/>
                </a:cubicBezTo>
                <a:cubicBezTo>
                  <a:pt x="52209" y="267653"/>
                  <a:pt x="64532" y="267295"/>
                  <a:pt x="71557" y="259259"/>
                </a:cubicBezTo>
                <a:lnTo>
                  <a:pt x="71973" y="258782"/>
                </a:lnTo>
                <a:cubicBezTo>
                  <a:pt x="89714" y="272236"/>
                  <a:pt x="110966" y="281345"/>
                  <a:pt x="134064" y="284500"/>
                </a:cubicBezTo>
                <a:lnTo>
                  <a:pt x="134005" y="285155"/>
                </a:lnTo>
                <a:cubicBezTo>
                  <a:pt x="133290" y="295811"/>
                  <a:pt x="141744" y="304800"/>
                  <a:pt x="152400" y="304800"/>
                </a:cubicBezTo>
                <a:cubicBezTo>
                  <a:pt x="163056" y="304800"/>
                  <a:pt x="171510" y="295751"/>
                  <a:pt x="170795" y="285155"/>
                </a:cubicBezTo>
                <a:lnTo>
                  <a:pt x="170736" y="284500"/>
                </a:lnTo>
                <a:cubicBezTo>
                  <a:pt x="193834" y="281345"/>
                  <a:pt x="215086" y="272236"/>
                  <a:pt x="232827" y="258782"/>
                </a:cubicBezTo>
                <a:lnTo>
                  <a:pt x="233243" y="259259"/>
                </a:lnTo>
                <a:cubicBezTo>
                  <a:pt x="240268" y="267295"/>
                  <a:pt x="252591" y="267712"/>
                  <a:pt x="260152" y="260152"/>
                </a:cubicBezTo>
                <a:cubicBezTo>
                  <a:pt x="267712" y="252591"/>
                  <a:pt x="267295" y="240268"/>
                  <a:pt x="259259" y="233243"/>
                </a:cubicBezTo>
                <a:lnTo>
                  <a:pt x="258782" y="232827"/>
                </a:lnTo>
                <a:cubicBezTo>
                  <a:pt x="272236" y="215086"/>
                  <a:pt x="281345" y="193834"/>
                  <a:pt x="284500" y="170736"/>
                </a:cubicBezTo>
                <a:lnTo>
                  <a:pt x="285155" y="170795"/>
                </a:lnTo>
                <a:cubicBezTo>
                  <a:pt x="295811" y="171510"/>
                  <a:pt x="304800" y="163056"/>
                  <a:pt x="304800" y="152400"/>
                </a:cubicBezTo>
                <a:cubicBezTo>
                  <a:pt x="304800" y="141744"/>
                  <a:pt x="295751" y="133290"/>
                  <a:pt x="285155" y="134005"/>
                </a:cubicBezTo>
                <a:lnTo>
                  <a:pt x="284500" y="134064"/>
                </a:lnTo>
                <a:close/>
                <a:moveTo>
                  <a:pt x="97155" y="74771"/>
                </a:moveTo>
                <a:cubicBezTo>
                  <a:pt x="108645" y="66556"/>
                  <a:pt x="122099" y="60841"/>
                  <a:pt x="136565" y="58400"/>
                </a:cubicBezTo>
                <a:lnTo>
                  <a:pt x="139125" y="96738"/>
                </a:lnTo>
                <a:cubicBezTo>
                  <a:pt x="133171" y="98167"/>
                  <a:pt x="127516" y="100548"/>
                  <a:pt x="122456" y="103644"/>
                </a:cubicBezTo>
                <a:lnTo>
                  <a:pt x="97155" y="74712"/>
                </a:lnTo>
                <a:close/>
                <a:moveTo>
                  <a:pt x="58460" y="136565"/>
                </a:moveTo>
                <a:cubicBezTo>
                  <a:pt x="60900" y="122039"/>
                  <a:pt x="66615" y="108645"/>
                  <a:pt x="74831" y="97155"/>
                </a:cubicBezTo>
                <a:lnTo>
                  <a:pt x="103763" y="122456"/>
                </a:lnTo>
                <a:cubicBezTo>
                  <a:pt x="100608" y="127516"/>
                  <a:pt x="98286" y="133171"/>
                  <a:pt x="96857" y="139125"/>
                </a:cubicBezTo>
                <a:lnTo>
                  <a:pt x="58519" y="136565"/>
                </a:lnTo>
                <a:close/>
                <a:moveTo>
                  <a:pt x="74831" y="207645"/>
                </a:moveTo>
                <a:cubicBezTo>
                  <a:pt x="66615" y="196155"/>
                  <a:pt x="60900" y="182701"/>
                  <a:pt x="58460" y="168235"/>
                </a:cubicBezTo>
                <a:lnTo>
                  <a:pt x="96798" y="165675"/>
                </a:lnTo>
                <a:cubicBezTo>
                  <a:pt x="98227" y="171688"/>
                  <a:pt x="100608" y="177284"/>
                  <a:pt x="103703" y="182344"/>
                </a:cubicBezTo>
                <a:lnTo>
                  <a:pt x="74771" y="207645"/>
                </a:lnTo>
                <a:close/>
                <a:moveTo>
                  <a:pt x="136624" y="246340"/>
                </a:moveTo>
                <a:cubicBezTo>
                  <a:pt x="122099" y="243900"/>
                  <a:pt x="108704" y="238185"/>
                  <a:pt x="97215" y="230029"/>
                </a:cubicBezTo>
                <a:lnTo>
                  <a:pt x="122515" y="201097"/>
                </a:lnTo>
                <a:cubicBezTo>
                  <a:pt x="127575" y="204252"/>
                  <a:pt x="133231" y="206573"/>
                  <a:pt x="139184" y="208002"/>
                </a:cubicBezTo>
                <a:lnTo>
                  <a:pt x="136624" y="246340"/>
                </a:lnTo>
                <a:close/>
                <a:moveTo>
                  <a:pt x="207705" y="230029"/>
                </a:moveTo>
                <a:cubicBezTo>
                  <a:pt x="196215" y="238244"/>
                  <a:pt x="182761" y="243959"/>
                  <a:pt x="168295" y="246340"/>
                </a:cubicBezTo>
                <a:lnTo>
                  <a:pt x="165735" y="208002"/>
                </a:lnTo>
                <a:cubicBezTo>
                  <a:pt x="171688" y="206573"/>
                  <a:pt x="177344" y="204192"/>
                  <a:pt x="182404" y="201097"/>
                </a:cubicBezTo>
                <a:lnTo>
                  <a:pt x="207705" y="230029"/>
                </a:lnTo>
                <a:close/>
                <a:moveTo>
                  <a:pt x="246400" y="168235"/>
                </a:moveTo>
                <a:cubicBezTo>
                  <a:pt x="243959" y="182761"/>
                  <a:pt x="238244" y="196155"/>
                  <a:pt x="230088" y="207645"/>
                </a:cubicBezTo>
                <a:lnTo>
                  <a:pt x="201156" y="182344"/>
                </a:lnTo>
                <a:cubicBezTo>
                  <a:pt x="204311" y="177225"/>
                  <a:pt x="206633" y="171629"/>
                  <a:pt x="208062" y="165675"/>
                </a:cubicBezTo>
                <a:lnTo>
                  <a:pt x="246400" y="168235"/>
                </a:lnTo>
                <a:close/>
                <a:moveTo>
                  <a:pt x="207705" y="74831"/>
                </a:moveTo>
                <a:lnTo>
                  <a:pt x="182404" y="103763"/>
                </a:lnTo>
                <a:cubicBezTo>
                  <a:pt x="177284" y="100608"/>
                  <a:pt x="171688" y="98286"/>
                  <a:pt x="165735" y="96857"/>
                </a:cubicBezTo>
                <a:lnTo>
                  <a:pt x="168295" y="58519"/>
                </a:lnTo>
                <a:cubicBezTo>
                  <a:pt x="182820" y="60960"/>
                  <a:pt x="196215" y="66675"/>
                  <a:pt x="207705" y="74890"/>
                </a:cubicBezTo>
                <a:close/>
                <a:moveTo>
                  <a:pt x="152400" y="133350"/>
                </a:moveTo>
                <a:cubicBezTo>
                  <a:pt x="162914" y="133350"/>
                  <a:pt x="171450" y="141886"/>
                  <a:pt x="171450" y="152400"/>
                </a:cubicBezTo>
                <a:cubicBezTo>
                  <a:pt x="171450" y="162914"/>
                  <a:pt x="162914" y="171450"/>
                  <a:pt x="152400" y="171450"/>
                </a:cubicBezTo>
                <a:cubicBezTo>
                  <a:pt x="141886" y="171450"/>
                  <a:pt x="133350" y="162914"/>
                  <a:pt x="133350" y="152400"/>
                </a:cubicBezTo>
                <a:cubicBezTo>
                  <a:pt x="133350" y="141886"/>
                  <a:pt x="141886" y="133350"/>
                  <a:pt x="152400" y="13335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3678138" y="6838950"/>
            <a:ext cx="116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Kubernetes</a:t>
            </a:r>
            <a:endParaRPr lang="en-US" sz="1600" dirty="0"/>
          </a:p>
        </p:txBody>
      </p:sp>
      <p:pic>
        <p:nvPicPr>
          <p:cNvPr id="18" name="图片 17" descr="徽标, 图标&#10;&#10;AI 生成的内容可能不正确。">
            <a:extLst>
              <a:ext uri="{FF2B5EF4-FFF2-40B4-BE49-F238E27FC236}">
                <a16:creationId xmlns:a16="http://schemas.microsoft.com/office/drawing/2014/main" id="{26430697-B247-6F0A-B074-E7FD5D9774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" y="6829425"/>
            <a:ext cx="323850" cy="3238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AGENDA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6764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2336800"/>
            <a:ext cx="7442200" cy="1701800"/>
          </a:xfrm>
          <a:custGeom>
            <a:avLst/>
            <a:gdLst/>
            <a:ahLst/>
            <a:cxnLst/>
            <a:rect l="l" t="t" r="r" b="b"/>
            <a:pathLst>
              <a:path w="7442200" h="1701800">
                <a:moveTo>
                  <a:pt x="50800" y="0"/>
                </a:moveTo>
                <a:lnTo>
                  <a:pt x="7340603" y="0"/>
                </a:lnTo>
                <a:cubicBezTo>
                  <a:pt x="7396713" y="0"/>
                  <a:pt x="7442200" y="45487"/>
                  <a:pt x="7442200" y="101597"/>
                </a:cubicBezTo>
                <a:lnTo>
                  <a:pt x="7442200" y="1600203"/>
                </a:lnTo>
                <a:cubicBezTo>
                  <a:pt x="7442200" y="1656313"/>
                  <a:pt x="7396713" y="1701800"/>
                  <a:pt x="7340603" y="1701800"/>
                </a:cubicBezTo>
                <a:lnTo>
                  <a:pt x="50800" y="1701800"/>
                </a:lnTo>
                <a:cubicBezTo>
                  <a:pt x="22763" y="1701800"/>
                  <a:pt x="0" y="1679037"/>
                  <a:pt x="0" y="1651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33400" y="2336800"/>
            <a:ext cx="50800" cy="1701800"/>
          </a:xfrm>
          <a:custGeom>
            <a:avLst/>
            <a:gdLst/>
            <a:ahLst/>
            <a:cxnLst/>
            <a:rect l="l" t="t" r="r" b="b"/>
            <a:pathLst>
              <a:path w="50800" h="1701800">
                <a:moveTo>
                  <a:pt x="50800" y="0"/>
                </a:moveTo>
                <a:lnTo>
                  <a:pt x="50800" y="0"/>
                </a:lnTo>
                <a:lnTo>
                  <a:pt x="50800" y="1701800"/>
                </a:lnTo>
                <a:lnTo>
                  <a:pt x="50800" y="1701800"/>
                </a:lnTo>
                <a:cubicBezTo>
                  <a:pt x="22763" y="1701800"/>
                  <a:pt x="0" y="1679037"/>
                  <a:pt x="0" y="1651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63600" y="2641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10146" y="2743200"/>
            <a:ext cx="469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76400" y="2743200"/>
            <a:ext cx="1130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架构概览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3600" y="3403600"/>
            <a:ext cx="6908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设计理念、核心组件、架构优势、与传统架构对比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05800" y="2336800"/>
            <a:ext cx="7442200" cy="1701800"/>
          </a:xfrm>
          <a:custGeom>
            <a:avLst/>
            <a:gdLst/>
            <a:ahLst/>
            <a:cxnLst/>
            <a:rect l="l" t="t" r="r" b="b"/>
            <a:pathLst>
              <a:path w="7442200" h="1701800">
                <a:moveTo>
                  <a:pt x="50800" y="0"/>
                </a:moveTo>
                <a:lnTo>
                  <a:pt x="7340603" y="0"/>
                </a:lnTo>
                <a:cubicBezTo>
                  <a:pt x="7396713" y="0"/>
                  <a:pt x="7442200" y="45487"/>
                  <a:pt x="7442200" y="101597"/>
                </a:cubicBezTo>
                <a:lnTo>
                  <a:pt x="7442200" y="1600203"/>
                </a:lnTo>
                <a:cubicBezTo>
                  <a:pt x="7442200" y="1656313"/>
                  <a:pt x="7396713" y="1701800"/>
                  <a:pt x="7340603" y="1701800"/>
                </a:cubicBezTo>
                <a:lnTo>
                  <a:pt x="50800" y="1701800"/>
                </a:lnTo>
                <a:cubicBezTo>
                  <a:pt x="22763" y="1701800"/>
                  <a:pt x="0" y="1679037"/>
                  <a:pt x="0" y="1651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8305800" y="2336800"/>
            <a:ext cx="50800" cy="1701800"/>
          </a:xfrm>
          <a:custGeom>
            <a:avLst/>
            <a:gdLst/>
            <a:ahLst/>
            <a:cxnLst/>
            <a:rect l="l" t="t" r="r" b="b"/>
            <a:pathLst>
              <a:path w="50800" h="1701800">
                <a:moveTo>
                  <a:pt x="50800" y="0"/>
                </a:moveTo>
                <a:lnTo>
                  <a:pt x="50800" y="0"/>
                </a:lnTo>
                <a:lnTo>
                  <a:pt x="50800" y="1701800"/>
                </a:lnTo>
                <a:lnTo>
                  <a:pt x="50800" y="1701800"/>
                </a:lnTo>
                <a:cubicBezTo>
                  <a:pt x="22763" y="1701800"/>
                  <a:pt x="0" y="1679037"/>
                  <a:pt x="0" y="1651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636000" y="2641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754963" y="2743200"/>
            <a:ext cx="520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48800" y="2743200"/>
            <a:ext cx="1612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核心组件解析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36000" y="3403600"/>
            <a:ext cx="6908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 Submit、API Server、Driver Pod、Executor Pods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3400" y="4343400"/>
            <a:ext cx="7442200" cy="1701800"/>
          </a:xfrm>
          <a:custGeom>
            <a:avLst/>
            <a:gdLst/>
            <a:ahLst/>
            <a:cxnLst/>
            <a:rect l="l" t="t" r="r" b="b"/>
            <a:pathLst>
              <a:path w="7442200" h="1701800">
                <a:moveTo>
                  <a:pt x="50800" y="0"/>
                </a:moveTo>
                <a:lnTo>
                  <a:pt x="7340603" y="0"/>
                </a:lnTo>
                <a:cubicBezTo>
                  <a:pt x="7396713" y="0"/>
                  <a:pt x="7442200" y="45487"/>
                  <a:pt x="7442200" y="101597"/>
                </a:cubicBezTo>
                <a:lnTo>
                  <a:pt x="7442200" y="1600203"/>
                </a:lnTo>
                <a:cubicBezTo>
                  <a:pt x="7442200" y="1656313"/>
                  <a:pt x="7396713" y="1701800"/>
                  <a:pt x="7340603" y="1701800"/>
                </a:cubicBezTo>
                <a:lnTo>
                  <a:pt x="50800" y="1701800"/>
                </a:lnTo>
                <a:cubicBezTo>
                  <a:pt x="22763" y="1701800"/>
                  <a:pt x="0" y="1679037"/>
                  <a:pt x="0" y="1651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33400" y="4343400"/>
            <a:ext cx="50800" cy="1701800"/>
          </a:xfrm>
          <a:custGeom>
            <a:avLst/>
            <a:gdLst/>
            <a:ahLst/>
            <a:cxnLst/>
            <a:rect l="l" t="t" r="r" b="b"/>
            <a:pathLst>
              <a:path w="50800" h="1701800">
                <a:moveTo>
                  <a:pt x="50800" y="0"/>
                </a:moveTo>
                <a:lnTo>
                  <a:pt x="50800" y="0"/>
                </a:lnTo>
                <a:lnTo>
                  <a:pt x="50800" y="1701800"/>
                </a:lnTo>
                <a:lnTo>
                  <a:pt x="50800" y="1701800"/>
                </a:lnTo>
                <a:cubicBezTo>
                  <a:pt x="22763" y="1701800"/>
                  <a:pt x="0" y="1679037"/>
                  <a:pt x="0" y="1651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63600" y="4648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81174" y="4749800"/>
            <a:ext cx="520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76400" y="4749800"/>
            <a:ext cx="1612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任务提交流程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3600" y="5410200"/>
            <a:ext cx="6908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镜像构建、应用提交、执行流程详解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05800" y="4343400"/>
            <a:ext cx="7442200" cy="1701800"/>
          </a:xfrm>
          <a:custGeom>
            <a:avLst/>
            <a:gdLst/>
            <a:ahLst/>
            <a:cxnLst/>
            <a:rect l="l" t="t" r="r" b="b"/>
            <a:pathLst>
              <a:path w="7442200" h="1701800">
                <a:moveTo>
                  <a:pt x="50800" y="0"/>
                </a:moveTo>
                <a:lnTo>
                  <a:pt x="7340603" y="0"/>
                </a:lnTo>
                <a:cubicBezTo>
                  <a:pt x="7396713" y="0"/>
                  <a:pt x="7442200" y="45487"/>
                  <a:pt x="7442200" y="101597"/>
                </a:cubicBezTo>
                <a:lnTo>
                  <a:pt x="7442200" y="1600203"/>
                </a:lnTo>
                <a:cubicBezTo>
                  <a:pt x="7442200" y="1656313"/>
                  <a:pt x="7396713" y="1701800"/>
                  <a:pt x="7340603" y="1701800"/>
                </a:cubicBezTo>
                <a:lnTo>
                  <a:pt x="50800" y="1701800"/>
                </a:lnTo>
                <a:cubicBezTo>
                  <a:pt x="22763" y="1701800"/>
                  <a:pt x="0" y="1679037"/>
                  <a:pt x="0" y="1651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305800" y="4343400"/>
            <a:ext cx="50800" cy="1701800"/>
          </a:xfrm>
          <a:custGeom>
            <a:avLst/>
            <a:gdLst/>
            <a:ahLst/>
            <a:cxnLst/>
            <a:rect l="l" t="t" r="r" b="b"/>
            <a:pathLst>
              <a:path w="50800" h="1701800">
                <a:moveTo>
                  <a:pt x="50800" y="0"/>
                </a:moveTo>
                <a:lnTo>
                  <a:pt x="50800" y="0"/>
                </a:lnTo>
                <a:lnTo>
                  <a:pt x="50800" y="1701800"/>
                </a:lnTo>
                <a:lnTo>
                  <a:pt x="50800" y="1701800"/>
                </a:lnTo>
                <a:cubicBezTo>
                  <a:pt x="22763" y="1701800"/>
                  <a:pt x="0" y="1679037"/>
                  <a:pt x="0" y="1651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636000" y="4648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753773" y="4749800"/>
            <a:ext cx="520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448800" y="4749800"/>
            <a:ext cx="137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监控与日志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36000" y="5410200"/>
            <a:ext cx="6908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日志访问、Driver UI、故障排查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3400" y="6350000"/>
            <a:ext cx="7442200" cy="1701800"/>
          </a:xfrm>
          <a:custGeom>
            <a:avLst/>
            <a:gdLst/>
            <a:ahLst/>
            <a:cxnLst/>
            <a:rect l="l" t="t" r="r" b="b"/>
            <a:pathLst>
              <a:path w="7442200" h="1701800">
                <a:moveTo>
                  <a:pt x="50800" y="0"/>
                </a:moveTo>
                <a:lnTo>
                  <a:pt x="7340603" y="0"/>
                </a:lnTo>
                <a:cubicBezTo>
                  <a:pt x="7396713" y="0"/>
                  <a:pt x="7442200" y="45487"/>
                  <a:pt x="7442200" y="101597"/>
                </a:cubicBezTo>
                <a:lnTo>
                  <a:pt x="7442200" y="1600203"/>
                </a:lnTo>
                <a:cubicBezTo>
                  <a:pt x="7442200" y="1656313"/>
                  <a:pt x="7396713" y="1701800"/>
                  <a:pt x="7340603" y="1701800"/>
                </a:cubicBezTo>
                <a:lnTo>
                  <a:pt x="50800" y="1701800"/>
                </a:lnTo>
                <a:cubicBezTo>
                  <a:pt x="22763" y="1701800"/>
                  <a:pt x="0" y="1679037"/>
                  <a:pt x="0" y="1651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533400" y="6350000"/>
            <a:ext cx="50800" cy="1701800"/>
          </a:xfrm>
          <a:custGeom>
            <a:avLst/>
            <a:gdLst/>
            <a:ahLst/>
            <a:cxnLst/>
            <a:rect l="l" t="t" r="r" b="b"/>
            <a:pathLst>
              <a:path w="50800" h="1701800">
                <a:moveTo>
                  <a:pt x="50800" y="0"/>
                </a:moveTo>
                <a:lnTo>
                  <a:pt x="50800" y="0"/>
                </a:lnTo>
                <a:lnTo>
                  <a:pt x="50800" y="1701800"/>
                </a:lnTo>
                <a:lnTo>
                  <a:pt x="50800" y="1701800"/>
                </a:lnTo>
                <a:cubicBezTo>
                  <a:pt x="22763" y="1701800"/>
                  <a:pt x="0" y="1679037"/>
                  <a:pt x="0" y="1651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63600" y="6654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983357" y="6756400"/>
            <a:ext cx="520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676400" y="6756400"/>
            <a:ext cx="1828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Spark Operator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3600" y="7416800"/>
            <a:ext cx="6908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核心特性、架构设计、快速入门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05800" y="6350000"/>
            <a:ext cx="7442200" cy="1701800"/>
          </a:xfrm>
          <a:custGeom>
            <a:avLst/>
            <a:gdLst/>
            <a:ahLst/>
            <a:cxnLst/>
            <a:rect l="l" t="t" r="r" b="b"/>
            <a:pathLst>
              <a:path w="7442200" h="1701800">
                <a:moveTo>
                  <a:pt x="50800" y="0"/>
                </a:moveTo>
                <a:lnTo>
                  <a:pt x="7340603" y="0"/>
                </a:lnTo>
                <a:cubicBezTo>
                  <a:pt x="7396713" y="0"/>
                  <a:pt x="7442200" y="45487"/>
                  <a:pt x="7442200" y="101597"/>
                </a:cubicBezTo>
                <a:lnTo>
                  <a:pt x="7442200" y="1600203"/>
                </a:lnTo>
                <a:cubicBezTo>
                  <a:pt x="7442200" y="1656313"/>
                  <a:pt x="7396713" y="1701800"/>
                  <a:pt x="7340603" y="1701800"/>
                </a:cubicBezTo>
                <a:lnTo>
                  <a:pt x="50800" y="1701800"/>
                </a:lnTo>
                <a:cubicBezTo>
                  <a:pt x="22763" y="1701800"/>
                  <a:pt x="0" y="1679037"/>
                  <a:pt x="0" y="1651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305800" y="6350000"/>
            <a:ext cx="50800" cy="1701800"/>
          </a:xfrm>
          <a:custGeom>
            <a:avLst/>
            <a:gdLst/>
            <a:ahLst/>
            <a:cxnLst/>
            <a:rect l="l" t="t" r="r" b="b"/>
            <a:pathLst>
              <a:path w="50800" h="1701800">
                <a:moveTo>
                  <a:pt x="50800" y="0"/>
                </a:moveTo>
                <a:lnTo>
                  <a:pt x="50800" y="0"/>
                </a:lnTo>
                <a:lnTo>
                  <a:pt x="50800" y="1701800"/>
                </a:lnTo>
                <a:lnTo>
                  <a:pt x="50800" y="1701800"/>
                </a:lnTo>
                <a:cubicBezTo>
                  <a:pt x="22763" y="1701800"/>
                  <a:pt x="0" y="1679037"/>
                  <a:pt x="0" y="1651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636000" y="6654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752384" y="6756400"/>
            <a:ext cx="533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448800" y="6756400"/>
            <a:ext cx="1130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未来展望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636000" y="7416800"/>
            <a:ext cx="6908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技术演进方向、功能规划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iro.medium.com/3424794bb3fdc18a244d713f5e7432efed45eb4f.jpeg"/>
          <p:cNvPicPr>
            <a:picLocks noChangeAspect="1"/>
          </p:cNvPicPr>
          <p:nvPr/>
        </p:nvPicPr>
        <p:blipFill>
          <a:blip r:embed="rId3">
            <a:alphaModFix amt="30000"/>
          </a:blip>
          <a:srcRect l="3958" r="3958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/>
              </a:gs>
              <a:gs pos="50000">
                <a:srgbClr val="1A202C">
                  <a:alpha val="90000"/>
                </a:srgbClr>
              </a:gs>
              <a:gs pos="100000">
                <a:srgbClr val="1A202C">
                  <a:alpha val="6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33400" y="2928938"/>
            <a:ext cx="2019300" cy="558800"/>
          </a:xfrm>
          <a:custGeom>
            <a:avLst/>
            <a:gdLst/>
            <a:ahLst/>
            <a:cxnLst/>
            <a:rect l="l" t="t" r="r" b="b"/>
            <a:pathLst>
              <a:path w="2019300" h="558800">
                <a:moveTo>
                  <a:pt x="0" y="0"/>
                </a:moveTo>
                <a:lnTo>
                  <a:pt x="2019300" y="0"/>
                </a:lnTo>
                <a:lnTo>
                  <a:pt x="20193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533400" y="2928938"/>
            <a:ext cx="50800" cy="558800"/>
          </a:xfrm>
          <a:custGeom>
            <a:avLst/>
            <a:gdLst/>
            <a:ahLst/>
            <a:cxnLst/>
            <a:rect l="l" t="t" r="r" b="b"/>
            <a:pathLst>
              <a:path w="50800" h="558800">
                <a:moveTo>
                  <a:pt x="0" y="0"/>
                </a:moveTo>
                <a:lnTo>
                  <a:pt x="50800" y="0"/>
                </a:lnTo>
                <a:lnTo>
                  <a:pt x="50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62000" y="3030538"/>
            <a:ext cx="171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kern="0" spc="10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792538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架构概览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240338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508000" y="5595938"/>
            <a:ext cx="154305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 on Kubernetes 设计理念与架构优势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4103" y="494103"/>
            <a:ext cx="1536661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kern="0" spc="78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94103" y="889386"/>
            <a:ext cx="15490140" cy="494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02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Spark on Kubernetes 概述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94103" y="1531720"/>
            <a:ext cx="1185848" cy="49410"/>
          </a:xfrm>
          <a:custGeom>
            <a:avLst/>
            <a:gdLst/>
            <a:ahLst/>
            <a:cxnLst/>
            <a:rect l="l" t="t" r="r" b="b"/>
            <a:pathLst>
              <a:path w="1185848" h="49410">
                <a:moveTo>
                  <a:pt x="0" y="0"/>
                </a:moveTo>
                <a:lnTo>
                  <a:pt x="1185848" y="0"/>
                </a:lnTo>
                <a:lnTo>
                  <a:pt x="1185848" y="49410"/>
                </a:lnTo>
                <a:lnTo>
                  <a:pt x="0" y="4941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18809" y="2359343"/>
            <a:ext cx="9017386" cy="2001119"/>
          </a:xfrm>
          <a:custGeom>
            <a:avLst/>
            <a:gdLst/>
            <a:ahLst/>
            <a:cxnLst/>
            <a:rect l="l" t="t" r="r" b="b"/>
            <a:pathLst>
              <a:path w="9017386" h="2001119">
                <a:moveTo>
                  <a:pt x="49410" y="0"/>
                </a:moveTo>
                <a:lnTo>
                  <a:pt x="8918571" y="0"/>
                </a:lnTo>
                <a:cubicBezTo>
                  <a:pt x="8973145" y="0"/>
                  <a:pt x="9017386" y="44241"/>
                  <a:pt x="9017386" y="98815"/>
                </a:cubicBezTo>
                <a:lnTo>
                  <a:pt x="9017386" y="1902303"/>
                </a:lnTo>
                <a:cubicBezTo>
                  <a:pt x="9017386" y="1956877"/>
                  <a:pt x="8973145" y="2001119"/>
                  <a:pt x="8918571" y="2001119"/>
                </a:cubicBezTo>
                <a:lnTo>
                  <a:pt x="49410" y="2001119"/>
                </a:lnTo>
                <a:cubicBezTo>
                  <a:pt x="22122" y="2001119"/>
                  <a:pt x="0" y="1978997"/>
                  <a:pt x="0" y="1951708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18809" y="2359343"/>
            <a:ext cx="49410" cy="2001119"/>
          </a:xfrm>
          <a:custGeom>
            <a:avLst/>
            <a:gdLst/>
            <a:ahLst/>
            <a:cxnLst/>
            <a:rect l="l" t="t" r="r" b="b"/>
            <a:pathLst>
              <a:path w="49410" h="2001119">
                <a:moveTo>
                  <a:pt x="49410" y="0"/>
                </a:moveTo>
                <a:lnTo>
                  <a:pt x="49410" y="0"/>
                </a:lnTo>
                <a:lnTo>
                  <a:pt x="49410" y="2001119"/>
                </a:lnTo>
                <a:lnTo>
                  <a:pt x="49410" y="2001119"/>
                </a:lnTo>
                <a:cubicBezTo>
                  <a:pt x="22122" y="2001119"/>
                  <a:pt x="0" y="1978997"/>
                  <a:pt x="0" y="1951708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39976" y="2655805"/>
            <a:ext cx="494103" cy="494103"/>
          </a:xfrm>
          <a:custGeom>
            <a:avLst/>
            <a:gdLst/>
            <a:ahLst/>
            <a:cxnLst/>
            <a:rect l="l" t="t" r="r" b="b"/>
            <a:pathLst>
              <a:path w="494103" h="494103">
                <a:moveTo>
                  <a:pt x="98821" y="0"/>
                </a:moveTo>
                <a:lnTo>
                  <a:pt x="395283" y="0"/>
                </a:lnTo>
                <a:cubicBezTo>
                  <a:pt x="449860" y="0"/>
                  <a:pt x="494103" y="44244"/>
                  <a:pt x="494103" y="98821"/>
                </a:cubicBezTo>
                <a:lnTo>
                  <a:pt x="494103" y="395283"/>
                </a:lnTo>
                <a:cubicBezTo>
                  <a:pt x="494103" y="449860"/>
                  <a:pt x="449860" y="494103"/>
                  <a:pt x="395283" y="494103"/>
                </a:cubicBezTo>
                <a:lnTo>
                  <a:pt x="98821" y="494103"/>
                </a:lnTo>
                <a:cubicBezTo>
                  <a:pt x="44244" y="494103"/>
                  <a:pt x="0" y="449860"/>
                  <a:pt x="0" y="395283"/>
                </a:cubicBezTo>
                <a:lnTo>
                  <a:pt x="0" y="98821"/>
                </a:lnTo>
                <a:cubicBezTo>
                  <a:pt x="0" y="44280"/>
                  <a:pt x="44280" y="0"/>
                  <a:pt x="98821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006736" y="2791684"/>
            <a:ext cx="166760" cy="222347"/>
          </a:xfrm>
          <a:custGeom>
            <a:avLst/>
            <a:gdLst/>
            <a:ahLst/>
            <a:cxnLst/>
            <a:rect l="l" t="t" r="r" b="b"/>
            <a:pathLst>
              <a:path w="166760" h="222347">
                <a:moveTo>
                  <a:pt x="127198" y="166760"/>
                </a:moveTo>
                <a:cubicBezTo>
                  <a:pt x="130368" y="157076"/>
                  <a:pt x="136708" y="148303"/>
                  <a:pt x="143874" y="140747"/>
                </a:cubicBezTo>
                <a:cubicBezTo>
                  <a:pt x="158074" y="125808"/>
                  <a:pt x="166760" y="105615"/>
                  <a:pt x="166760" y="83380"/>
                </a:cubicBezTo>
                <a:cubicBezTo>
                  <a:pt x="166760" y="37347"/>
                  <a:pt x="129413" y="0"/>
                  <a:pt x="83380" y="0"/>
                </a:cubicBezTo>
                <a:cubicBezTo>
                  <a:pt x="37347" y="0"/>
                  <a:pt x="0" y="37347"/>
                  <a:pt x="0" y="83380"/>
                </a:cubicBezTo>
                <a:cubicBezTo>
                  <a:pt x="0" y="105615"/>
                  <a:pt x="8685" y="125808"/>
                  <a:pt x="22886" y="140747"/>
                </a:cubicBezTo>
                <a:cubicBezTo>
                  <a:pt x="30052" y="148303"/>
                  <a:pt x="36435" y="157076"/>
                  <a:pt x="39562" y="166760"/>
                </a:cubicBezTo>
                <a:lnTo>
                  <a:pt x="127154" y="166760"/>
                </a:lnTo>
                <a:close/>
                <a:moveTo>
                  <a:pt x="125070" y="187605"/>
                </a:moveTo>
                <a:lnTo>
                  <a:pt x="41690" y="187605"/>
                </a:lnTo>
                <a:lnTo>
                  <a:pt x="41690" y="194553"/>
                </a:lnTo>
                <a:cubicBezTo>
                  <a:pt x="41690" y="213748"/>
                  <a:pt x="57237" y="229295"/>
                  <a:pt x="76432" y="229295"/>
                </a:cubicBezTo>
                <a:lnTo>
                  <a:pt x="90328" y="229295"/>
                </a:lnTo>
                <a:cubicBezTo>
                  <a:pt x="109523" y="229295"/>
                  <a:pt x="125070" y="213748"/>
                  <a:pt x="125070" y="194553"/>
                </a:cubicBezTo>
                <a:lnTo>
                  <a:pt x="125070" y="187605"/>
                </a:lnTo>
                <a:close/>
                <a:moveTo>
                  <a:pt x="79906" y="48638"/>
                </a:moveTo>
                <a:cubicBezTo>
                  <a:pt x="62622" y="48638"/>
                  <a:pt x="48638" y="62622"/>
                  <a:pt x="48638" y="79906"/>
                </a:cubicBezTo>
                <a:cubicBezTo>
                  <a:pt x="48638" y="85682"/>
                  <a:pt x="43992" y="90328"/>
                  <a:pt x="38216" y="90328"/>
                </a:cubicBezTo>
                <a:cubicBezTo>
                  <a:pt x="32440" y="90328"/>
                  <a:pt x="27793" y="85682"/>
                  <a:pt x="27793" y="79906"/>
                </a:cubicBezTo>
                <a:cubicBezTo>
                  <a:pt x="27793" y="51114"/>
                  <a:pt x="51114" y="27793"/>
                  <a:pt x="79906" y="27793"/>
                </a:cubicBezTo>
                <a:cubicBezTo>
                  <a:pt x="85682" y="27793"/>
                  <a:pt x="90328" y="32440"/>
                  <a:pt x="90328" y="38216"/>
                </a:cubicBezTo>
                <a:cubicBezTo>
                  <a:pt x="90328" y="43992"/>
                  <a:pt x="85682" y="48638"/>
                  <a:pt x="79906" y="48638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531720" y="2655805"/>
            <a:ext cx="7831538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4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核心概念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31720" y="3100498"/>
            <a:ext cx="7806833" cy="96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56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Apache Spark 可以在 Kubernetes 集群上</a:t>
            </a:r>
            <a:r>
              <a:rPr lang="en-US" sz="1556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原生运行</a:t>
            </a:r>
            <a:r>
              <a:rPr lang="en-US" sz="1556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，利用 Kubernetes 的原生调度器来管理 Spark 应用程序的资源分配和执行。这种架构提供了</a:t>
            </a:r>
            <a:r>
              <a:rPr lang="en-US" sz="1556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容器化的部署方式</a:t>
            </a:r>
            <a:r>
              <a:rPr lang="en-US" sz="1556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，使得 Spark 应用程序能够更好地利用云原生环境的优势。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8809" y="4656924"/>
            <a:ext cx="9017386" cy="1679951"/>
          </a:xfrm>
          <a:custGeom>
            <a:avLst/>
            <a:gdLst/>
            <a:ahLst/>
            <a:cxnLst/>
            <a:rect l="l" t="t" r="r" b="b"/>
            <a:pathLst>
              <a:path w="9017386" h="1679951">
                <a:moveTo>
                  <a:pt x="49410" y="0"/>
                </a:moveTo>
                <a:lnTo>
                  <a:pt x="8918571" y="0"/>
                </a:lnTo>
                <a:cubicBezTo>
                  <a:pt x="8973145" y="0"/>
                  <a:pt x="9017386" y="44241"/>
                  <a:pt x="9017386" y="98815"/>
                </a:cubicBezTo>
                <a:lnTo>
                  <a:pt x="9017386" y="1581137"/>
                </a:lnTo>
                <a:cubicBezTo>
                  <a:pt x="9017386" y="1635711"/>
                  <a:pt x="8973145" y="1679951"/>
                  <a:pt x="8918571" y="1679951"/>
                </a:cubicBezTo>
                <a:lnTo>
                  <a:pt x="49410" y="1679951"/>
                </a:lnTo>
                <a:cubicBezTo>
                  <a:pt x="22122" y="1679951"/>
                  <a:pt x="0" y="1657830"/>
                  <a:pt x="0" y="1630541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18809" y="4656924"/>
            <a:ext cx="49410" cy="1679951"/>
          </a:xfrm>
          <a:custGeom>
            <a:avLst/>
            <a:gdLst/>
            <a:ahLst/>
            <a:cxnLst/>
            <a:rect l="l" t="t" r="r" b="b"/>
            <a:pathLst>
              <a:path w="49410" h="1679951">
                <a:moveTo>
                  <a:pt x="49410" y="0"/>
                </a:moveTo>
                <a:lnTo>
                  <a:pt x="49410" y="0"/>
                </a:lnTo>
                <a:lnTo>
                  <a:pt x="49410" y="1679951"/>
                </a:lnTo>
                <a:lnTo>
                  <a:pt x="49410" y="1679951"/>
                </a:lnTo>
                <a:cubicBezTo>
                  <a:pt x="22122" y="1679951"/>
                  <a:pt x="0" y="1657830"/>
                  <a:pt x="0" y="1630541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39976" y="4953386"/>
            <a:ext cx="494103" cy="494103"/>
          </a:xfrm>
          <a:custGeom>
            <a:avLst/>
            <a:gdLst/>
            <a:ahLst/>
            <a:cxnLst/>
            <a:rect l="l" t="t" r="r" b="b"/>
            <a:pathLst>
              <a:path w="494103" h="494103">
                <a:moveTo>
                  <a:pt x="98821" y="0"/>
                </a:moveTo>
                <a:lnTo>
                  <a:pt x="395283" y="0"/>
                </a:lnTo>
                <a:cubicBezTo>
                  <a:pt x="449860" y="0"/>
                  <a:pt x="494103" y="44244"/>
                  <a:pt x="494103" y="98821"/>
                </a:cubicBezTo>
                <a:lnTo>
                  <a:pt x="494103" y="395283"/>
                </a:lnTo>
                <a:cubicBezTo>
                  <a:pt x="494103" y="449860"/>
                  <a:pt x="449860" y="494103"/>
                  <a:pt x="395283" y="494103"/>
                </a:cubicBezTo>
                <a:lnTo>
                  <a:pt x="98821" y="494103"/>
                </a:lnTo>
                <a:cubicBezTo>
                  <a:pt x="44244" y="494103"/>
                  <a:pt x="0" y="449860"/>
                  <a:pt x="0" y="395283"/>
                </a:cubicBezTo>
                <a:lnTo>
                  <a:pt x="0" y="98821"/>
                </a:lnTo>
                <a:cubicBezTo>
                  <a:pt x="0" y="44280"/>
                  <a:pt x="44280" y="0"/>
                  <a:pt x="98821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978942" y="5089264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55587" y="138967"/>
                </a:moveTo>
                <a:lnTo>
                  <a:pt x="10640" y="138967"/>
                </a:lnTo>
                <a:cubicBezTo>
                  <a:pt x="-174" y="138967"/>
                  <a:pt x="-6818" y="127198"/>
                  <a:pt x="-1259" y="117904"/>
                </a:cubicBezTo>
                <a:lnTo>
                  <a:pt x="21714" y="79602"/>
                </a:lnTo>
                <a:cubicBezTo>
                  <a:pt x="25492" y="73305"/>
                  <a:pt x="32266" y="69483"/>
                  <a:pt x="39605" y="69483"/>
                </a:cubicBezTo>
                <a:lnTo>
                  <a:pt x="80861" y="69483"/>
                </a:lnTo>
                <a:cubicBezTo>
                  <a:pt x="113909" y="13506"/>
                  <a:pt x="163199" y="10683"/>
                  <a:pt x="196160" y="15503"/>
                </a:cubicBezTo>
                <a:cubicBezTo>
                  <a:pt x="201719" y="16329"/>
                  <a:pt x="206061" y="20671"/>
                  <a:pt x="206843" y="26187"/>
                </a:cubicBezTo>
                <a:cubicBezTo>
                  <a:pt x="211663" y="59148"/>
                  <a:pt x="208841" y="108437"/>
                  <a:pt x="152863" y="141485"/>
                </a:cubicBezTo>
                <a:lnTo>
                  <a:pt x="152863" y="182741"/>
                </a:lnTo>
                <a:cubicBezTo>
                  <a:pt x="152863" y="190080"/>
                  <a:pt x="149042" y="196855"/>
                  <a:pt x="142745" y="200633"/>
                </a:cubicBezTo>
                <a:lnTo>
                  <a:pt x="104442" y="223606"/>
                </a:lnTo>
                <a:cubicBezTo>
                  <a:pt x="95192" y="229165"/>
                  <a:pt x="83380" y="222477"/>
                  <a:pt x="83380" y="211707"/>
                </a:cubicBezTo>
                <a:lnTo>
                  <a:pt x="83380" y="166760"/>
                </a:lnTo>
                <a:cubicBezTo>
                  <a:pt x="83380" y="151430"/>
                  <a:pt x="70916" y="138967"/>
                  <a:pt x="55587" y="138967"/>
                </a:cubicBezTo>
                <a:lnTo>
                  <a:pt x="55543" y="138967"/>
                </a:lnTo>
                <a:close/>
                <a:moveTo>
                  <a:pt x="173708" y="69483"/>
                </a:moveTo>
                <a:cubicBezTo>
                  <a:pt x="173708" y="57979"/>
                  <a:pt x="164368" y="48638"/>
                  <a:pt x="152863" y="48638"/>
                </a:cubicBezTo>
                <a:cubicBezTo>
                  <a:pt x="141359" y="48638"/>
                  <a:pt x="132018" y="57979"/>
                  <a:pt x="132018" y="69483"/>
                </a:cubicBezTo>
                <a:cubicBezTo>
                  <a:pt x="132018" y="80988"/>
                  <a:pt x="141359" y="90328"/>
                  <a:pt x="152863" y="90328"/>
                </a:cubicBezTo>
                <a:cubicBezTo>
                  <a:pt x="164368" y="90328"/>
                  <a:pt x="173708" y="80988"/>
                  <a:pt x="173708" y="69483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531720" y="4953386"/>
            <a:ext cx="7831538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4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云原生优势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31720" y="5398079"/>
            <a:ext cx="7806833" cy="642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56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通过将 Spark 与 Kubernetes 集成，企业可以实现</a:t>
            </a:r>
            <a:r>
              <a:rPr lang="en-US" sz="1556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弹性伸缩、动态资源分配、容器隔离、DevOps 集成</a:t>
            </a:r>
            <a:r>
              <a:rPr lang="en-US" sz="1556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等云原生特性，构建更加高效和可维护的大数据计算平台。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8809" y="6633337"/>
            <a:ext cx="9017386" cy="1679951"/>
          </a:xfrm>
          <a:custGeom>
            <a:avLst/>
            <a:gdLst/>
            <a:ahLst/>
            <a:cxnLst/>
            <a:rect l="l" t="t" r="r" b="b"/>
            <a:pathLst>
              <a:path w="9017386" h="1679951">
                <a:moveTo>
                  <a:pt x="49410" y="0"/>
                </a:moveTo>
                <a:lnTo>
                  <a:pt x="8918571" y="0"/>
                </a:lnTo>
                <a:cubicBezTo>
                  <a:pt x="8973145" y="0"/>
                  <a:pt x="9017386" y="44241"/>
                  <a:pt x="9017386" y="98815"/>
                </a:cubicBezTo>
                <a:lnTo>
                  <a:pt x="9017386" y="1581137"/>
                </a:lnTo>
                <a:cubicBezTo>
                  <a:pt x="9017386" y="1635711"/>
                  <a:pt x="8973145" y="1679951"/>
                  <a:pt x="8918571" y="1679951"/>
                </a:cubicBezTo>
                <a:lnTo>
                  <a:pt x="49410" y="1679951"/>
                </a:lnTo>
                <a:cubicBezTo>
                  <a:pt x="22122" y="1679951"/>
                  <a:pt x="0" y="1657830"/>
                  <a:pt x="0" y="1630541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18809" y="6633337"/>
            <a:ext cx="49410" cy="1679951"/>
          </a:xfrm>
          <a:custGeom>
            <a:avLst/>
            <a:gdLst/>
            <a:ahLst/>
            <a:cxnLst/>
            <a:rect l="l" t="t" r="r" b="b"/>
            <a:pathLst>
              <a:path w="49410" h="1679951">
                <a:moveTo>
                  <a:pt x="49410" y="0"/>
                </a:moveTo>
                <a:lnTo>
                  <a:pt x="49410" y="0"/>
                </a:lnTo>
                <a:lnTo>
                  <a:pt x="49410" y="1679951"/>
                </a:lnTo>
                <a:lnTo>
                  <a:pt x="49410" y="1679951"/>
                </a:lnTo>
                <a:cubicBezTo>
                  <a:pt x="22122" y="1679951"/>
                  <a:pt x="0" y="1657830"/>
                  <a:pt x="0" y="1630541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39976" y="6929799"/>
            <a:ext cx="494103" cy="494103"/>
          </a:xfrm>
          <a:custGeom>
            <a:avLst/>
            <a:gdLst/>
            <a:ahLst/>
            <a:cxnLst/>
            <a:rect l="l" t="t" r="r" b="b"/>
            <a:pathLst>
              <a:path w="494103" h="494103">
                <a:moveTo>
                  <a:pt x="98821" y="0"/>
                </a:moveTo>
                <a:lnTo>
                  <a:pt x="395283" y="0"/>
                </a:lnTo>
                <a:cubicBezTo>
                  <a:pt x="449860" y="0"/>
                  <a:pt x="494103" y="44244"/>
                  <a:pt x="494103" y="98821"/>
                </a:cubicBezTo>
                <a:lnTo>
                  <a:pt x="494103" y="395283"/>
                </a:lnTo>
                <a:cubicBezTo>
                  <a:pt x="494103" y="449860"/>
                  <a:pt x="449860" y="494103"/>
                  <a:pt x="395283" y="494103"/>
                </a:cubicBezTo>
                <a:lnTo>
                  <a:pt x="98821" y="494103"/>
                </a:lnTo>
                <a:cubicBezTo>
                  <a:pt x="44244" y="494103"/>
                  <a:pt x="0" y="449860"/>
                  <a:pt x="0" y="395283"/>
                </a:cubicBezTo>
                <a:lnTo>
                  <a:pt x="0" y="98821"/>
                </a:lnTo>
                <a:cubicBezTo>
                  <a:pt x="0" y="44280"/>
                  <a:pt x="44280" y="0"/>
                  <a:pt x="98821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978942" y="7065678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27793" y="27793"/>
                </a:moveTo>
                <a:cubicBezTo>
                  <a:pt x="27793" y="20107"/>
                  <a:pt x="21583" y="13897"/>
                  <a:pt x="13897" y="13897"/>
                </a:cubicBezTo>
                <a:cubicBezTo>
                  <a:pt x="6210" y="13897"/>
                  <a:pt x="0" y="20107"/>
                  <a:pt x="0" y="27793"/>
                </a:cubicBezTo>
                <a:lnTo>
                  <a:pt x="0" y="173708"/>
                </a:lnTo>
                <a:cubicBezTo>
                  <a:pt x="0" y="192903"/>
                  <a:pt x="15547" y="208450"/>
                  <a:pt x="34742" y="208450"/>
                </a:cubicBezTo>
                <a:lnTo>
                  <a:pt x="208450" y="208450"/>
                </a:lnTo>
                <a:cubicBezTo>
                  <a:pt x="216136" y="208450"/>
                  <a:pt x="222347" y="202240"/>
                  <a:pt x="222347" y="194553"/>
                </a:cubicBezTo>
                <a:cubicBezTo>
                  <a:pt x="222347" y="186867"/>
                  <a:pt x="216136" y="180657"/>
                  <a:pt x="208450" y="180657"/>
                </a:cubicBezTo>
                <a:lnTo>
                  <a:pt x="34742" y="180657"/>
                </a:lnTo>
                <a:cubicBezTo>
                  <a:pt x="30920" y="180657"/>
                  <a:pt x="27793" y="177530"/>
                  <a:pt x="27793" y="173708"/>
                </a:cubicBezTo>
                <a:lnTo>
                  <a:pt x="27793" y="27793"/>
                </a:lnTo>
                <a:close/>
                <a:moveTo>
                  <a:pt x="204368" y="65401"/>
                </a:moveTo>
                <a:cubicBezTo>
                  <a:pt x="209796" y="59973"/>
                  <a:pt x="209796" y="51157"/>
                  <a:pt x="204368" y="45729"/>
                </a:cubicBezTo>
                <a:cubicBezTo>
                  <a:pt x="198939" y="40300"/>
                  <a:pt x="190124" y="40300"/>
                  <a:pt x="184695" y="45729"/>
                </a:cubicBezTo>
                <a:lnTo>
                  <a:pt x="138967" y="91501"/>
                </a:lnTo>
                <a:lnTo>
                  <a:pt x="114039" y="66617"/>
                </a:lnTo>
                <a:cubicBezTo>
                  <a:pt x="108611" y="61189"/>
                  <a:pt x="99795" y="61189"/>
                  <a:pt x="94367" y="66617"/>
                </a:cubicBezTo>
                <a:lnTo>
                  <a:pt x="52677" y="108307"/>
                </a:lnTo>
                <a:cubicBezTo>
                  <a:pt x="47249" y="113735"/>
                  <a:pt x="47249" y="122551"/>
                  <a:pt x="52677" y="127980"/>
                </a:cubicBezTo>
                <a:cubicBezTo>
                  <a:pt x="58105" y="133408"/>
                  <a:pt x="66921" y="133408"/>
                  <a:pt x="72349" y="127980"/>
                </a:cubicBezTo>
                <a:lnTo>
                  <a:pt x="104225" y="96104"/>
                </a:lnTo>
                <a:lnTo>
                  <a:pt x="129152" y="121031"/>
                </a:lnTo>
                <a:cubicBezTo>
                  <a:pt x="134580" y="126460"/>
                  <a:pt x="143396" y="126460"/>
                  <a:pt x="148825" y="121031"/>
                </a:cubicBezTo>
                <a:lnTo>
                  <a:pt x="204411" y="65445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531720" y="6929799"/>
            <a:ext cx="7831538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4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关键特性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31720" y="7374492"/>
            <a:ext cx="7806833" cy="642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56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</a:t>
            </a:r>
            <a:r>
              <a:rPr lang="en-US" sz="1556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动态资源分配、多租户隔离、滚动升级、统一资源管理</a:t>
            </a:r>
            <a:r>
              <a:rPr lang="en-US" sz="1556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等高级功能，显著提升资源利用率和运维效率。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829279" y="1976413"/>
            <a:ext cx="5929240" cy="6719805"/>
          </a:xfrm>
          <a:custGeom>
            <a:avLst/>
            <a:gdLst/>
            <a:ahLst/>
            <a:cxnLst/>
            <a:rect l="l" t="t" r="r" b="b"/>
            <a:pathLst>
              <a:path w="5929240" h="6719805">
                <a:moveTo>
                  <a:pt x="98840" y="0"/>
                </a:moveTo>
                <a:lnTo>
                  <a:pt x="5830400" y="0"/>
                </a:lnTo>
                <a:cubicBezTo>
                  <a:pt x="5884988" y="0"/>
                  <a:pt x="5929240" y="44252"/>
                  <a:pt x="5929240" y="98840"/>
                </a:cubicBezTo>
                <a:lnTo>
                  <a:pt x="5929240" y="6620965"/>
                </a:lnTo>
                <a:cubicBezTo>
                  <a:pt x="5929240" y="6675553"/>
                  <a:pt x="5884988" y="6719805"/>
                  <a:pt x="5830400" y="6719805"/>
                </a:cubicBezTo>
                <a:lnTo>
                  <a:pt x="98840" y="6719805"/>
                </a:lnTo>
                <a:cubicBezTo>
                  <a:pt x="44252" y="6719805"/>
                  <a:pt x="0" y="6675553"/>
                  <a:pt x="0" y="6620965"/>
                </a:cubicBezTo>
                <a:lnTo>
                  <a:pt x="0" y="98840"/>
                </a:lnTo>
                <a:cubicBezTo>
                  <a:pt x="0" y="44252"/>
                  <a:pt x="44252" y="0"/>
                  <a:pt x="98840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F6AD55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0125741" y="2322286"/>
            <a:ext cx="370578" cy="296462"/>
          </a:xfrm>
          <a:custGeom>
            <a:avLst/>
            <a:gdLst/>
            <a:ahLst/>
            <a:cxnLst/>
            <a:rect l="l" t="t" r="r" b="b"/>
            <a:pathLst>
              <a:path w="370578" h="296462">
                <a:moveTo>
                  <a:pt x="240817" y="121885"/>
                </a:moveTo>
                <a:cubicBezTo>
                  <a:pt x="247882" y="119974"/>
                  <a:pt x="255293" y="123333"/>
                  <a:pt x="258478" y="129876"/>
                </a:cubicBezTo>
                <a:lnTo>
                  <a:pt x="269248" y="151647"/>
                </a:lnTo>
                <a:cubicBezTo>
                  <a:pt x="275212" y="152458"/>
                  <a:pt x="281060" y="154079"/>
                  <a:pt x="286561" y="156337"/>
                </a:cubicBezTo>
                <a:lnTo>
                  <a:pt x="306827" y="142846"/>
                </a:lnTo>
                <a:cubicBezTo>
                  <a:pt x="312906" y="138793"/>
                  <a:pt x="320955" y="139603"/>
                  <a:pt x="326108" y="144757"/>
                </a:cubicBezTo>
                <a:lnTo>
                  <a:pt x="337226" y="155874"/>
                </a:lnTo>
                <a:cubicBezTo>
                  <a:pt x="342379" y="161028"/>
                  <a:pt x="343190" y="169134"/>
                  <a:pt x="339136" y="175156"/>
                </a:cubicBezTo>
                <a:lnTo>
                  <a:pt x="325645" y="195364"/>
                </a:lnTo>
                <a:cubicBezTo>
                  <a:pt x="326745" y="198085"/>
                  <a:pt x="327729" y="200922"/>
                  <a:pt x="328540" y="203876"/>
                </a:cubicBezTo>
                <a:cubicBezTo>
                  <a:pt x="329351" y="206829"/>
                  <a:pt x="329872" y="209724"/>
                  <a:pt x="330277" y="212677"/>
                </a:cubicBezTo>
                <a:lnTo>
                  <a:pt x="352107" y="223447"/>
                </a:lnTo>
                <a:cubicBezTo>
                  <a:pt x="358650" y="226689"/>
                  <a:pt x="362008" y="234101"/>
                  <a:pt x="360097" y="241107"/>
                </a:cubicBezTo>
                <a:lnTo>
                  <a:pt x="356044" y="256278"/>
                </a:lnTo>
                <a:cubicBezTo>
                  <a:pt x="354133" y="263284"/>
                  <a:pt x="347590" y="268032"/>
                  <a:pt x="340294" y="267569"/>
                </a:cubicBezTo>
                <a:lnTo>
                  <a:pt x="315975" y="266005"/>
                </a:lnTo>
                <a:cubicBezTo>
                  <a:pt x="312327" y="270695"/>
                  <a:pt x="308100" y="275038"/>
                  <a:pt x="303295" y="278744"/>
                </a:cubicBezTo>
                <a:lnTo>
                  <a:pt x="304858" y="303005"/>
                </a:lnTo>
                <a:cubicBezTo>
                  <a:pt x="305321" y="310301"/>
                  <a:pt x="300573" y="316902"/>
                  <a:pt x="293567" y="318755"/>
                </a:cubicBezTo>
                <a:lnTo>
                  <a:pt x="278396" y="322808"/>
                </a:lnTo>
                <a:cubicBezTo>
                  <a:pt x="271332" y="324719"/>
                  <a:pt x="263979" y="321360"/>
                  <a:pt x="260736" y="314817"/>
                </a:cubicBezTo>
                <a:lnTo>
                  <a:pt x="249966" y="293046"/>
                </a:lnTo>
                <a:cubicBezTo>
                  <a:pt x="244002" y="292235"/>
                  <a:pt x="238154" y="290614"/>
                  <a:pt x="232653" y="288356"/>
                </a:cubicBezTo>
                <a:lnTo>
                  <a:pt x="212387" y="301847"/>
                </a:lnTo>
                <a:cubicBezTo>
                  <a:pt x="206307" y="305900"/>
                  <a:pt x="198259" y="305090"/>
                  <a:pt x="193106" y="299936"/>
                </a:cubicBezTo>
                <a:lnTo>
                  <a:pt x="181988" y="288819"/>
                </a:lnTo>
                <a:cubicBezTo>
                  <a:pt x="176835" y="283666"/>
                  <a:pt x="176024" y="275617"/>
                  <a:pt x="180078" y="269537"/>
                </a:cubicBezTo>
                <a:lnTo>
                  <a:pt x="193569" y="249271"/>
                </a:lnTo>
                <a:cubicBezTo>
                  <a:pt x="192469" y="246550"/>
                  <a:pt x="191484" y="243713"/>
                  <a:pt x="190674" y="240760"/>
                </a:cubicBezTo>
                <a:cubicBezTo>
                  <a:pt x="189863" y="237807"/>
                  <a:pt x="189342" y="234853"/>
                  <a:pt x="188937" y="231958"/>
                </a:cubicBezTo>
                <a:lnTo>
                  <a:pt x="167107" y="221188"/>
                </a:lnTo>
                <a:cubicBezTo>
                  <a:pt x="160564" y="217946"/>
                  <a:pt x="157264" y="210534"/>
                  <a:pt x="159117" y="203528"/>
                </a:cubicBezTo>
                <a:lnTo>
                  <a:pt x="163170" y="188358"/>
                </a:lnTo>
                <a:cubicBezTo>
                  <a:pt x="165081" y="181351"/>
                  <a:pt x="171624" y="176603"/>
                  <a:pt x="178919" y="177067"/>
                </a:cubicBezTo>
                <a:lnTo>
                  <a:pt x="203181" y="178630"/>
                </a:lnTo>
                <a:cubicBezTo>
                  <a:pt x="206829" y="173940"/>
                  <a:pt x="211055" y="169597"/>
                  <a:pt x="215861" y="165891"/>
                </a:cubicBezTo>
                <a:lnTo>
                  <a:pt x="214298" y="141688"/>
                </a:lnTo>
                <a:cubicBezTo>
                  <a:pt x="213835" y="134392"/>
                  <a:pt x="218583" y="127791"/>
                  <a:pt x="225589" y="125938"/>
                </a:cubicBezTo>
                <a:lnTo>
                  <a:pt x="240760" y="121885"/>
                </a:lnTo>
                <a:close/>
                <a:moveTo>
                  <a:pt x="259636" y="196869"/>
                </a:moveTo>
                <a:cubicBezTo>
                  <a:pt x="245575" y="196885"/>
                  <a:pt x="234172" y="208314"/>
                  <a:pt x="234188" y="222375"/>
                </a:cubicBezTo>
                <a:cubicBezTo>
                  <a:pt x="234204" y="236437"/>
                  <a:pt x="245633" y="247840"/>
                  <a:pt x="259694" y="247824"/>
                </a:cubicBezTo>
                <a:cubicBezTo>
                  <a:pt x="273755" y="247808"/>
                  <a:pt x="285158" y="236379"/>
                  <a:pt x="285142" y="222318"/>
                </a:cubicBezTo>
                <a:cubicBezTo>
                  <a:pt x="285126" y="208256"/>
                  <a:pt x="273697" y="196853"/>
                  <a:pt x="259636" y="196869"/>
                </a:cubicBezTo>
                <a:close/>
                <a:moveTo>
                  <a:pt x="130223" y="-26346"/>
                </a:moveTo>
                <a:lnTo>
                  <a:pt x="145394" y="-22293"/>
                </a:lnTo>
                <a:cubicBezTo>
                  <a:pt x="152400" y="-20382"/>
                  <a:pt x="157148" y="-13781"/>
                  <a:pt x="156685" y="-6543"/>
                </a:cubicBezTo>
                <a:lnTo>
                  <a:pt x="155121" y="17660"/>
                </a:lnTo>
                <a:cubicBezTo>
                  <a:pt x="159927" y="21366"/>
                  <a:pt x="164154" y="25651"/>
                  <a:pt x="167802" y="30399"/>
                </a:cubicBezTo>
                <a:lnTo>
                  <a:pt x="192121" y="28836"/>
                </a:lnTo>
                <a:cubicBezTo>
                  <a:pt x="199359" y="28372"/>
                  <a:pt x="205960" y="33120"/>
                  <a:pt x="207871" y="40127"/>
                </a:cubicBezTo>
                <a:lnTo>
                  <a:pt x="211924" y="55297"/>
                </a:lnTo>
                <a:cubicBezTo>
                  <a:pt x="213777" y="62303"/>
                  <a:pt x="210476" y="69715"/>
                  <a:pt x="203933" y="72957"/>
                </a:cubicBezTo>
                <a:lnTo>
                  <a:pt x="182104" y="83727"/>
                </a:lnTo>
                <a:cubicBezTo>
                  <a:pt x="181699" y="86680"/>
                  <a:pt x="181120" y="89633"/>
                  <a:pt x="180367" y="92529"/>
                </a:cubicBezTo>
                <a:cubicBezTo>
                  <a:pt x="179614" y="95424"/>
                  <a:pt x="178572" y="98319"/>
                  <a:pt x="177472" y="101040"/>
                </a:cubicBezTo>
                <a:lnTo>
                  <a:pt x="190963" y="121306"/>
                </a:lnTo>
                <a:cubicBezTo>
                  <a:pt x="195016" y="127386"/>
                  <a:pt x="194206" y="135434"/>
                  <a:pt x="189052" y="140588"/>
                </a:cubicBezTo>
                <a:lnTo>
                  <a:pt x="177935" y="151705"/>
                </a:lnTo>
                <a:cubicBezTo>
                  <a:pt x="172782" y="156859"/>
                  <a:pt x="164733" y="157669"/>
                  <a:pt x="158653" y="153616"/>
                </a:cubicBezTo>
                <a:lnTo>
                  <a:pt x="138388" y="140125"/>
                </a:lnTo>
                <a:cubicBezTo>
                  <a:pt x="132887" y="142383"/>
                  <a:pt x="127039" y="144004"/>
                  <a:pt x="121075" y="144815"/>
                </a:cubicBezTo>
                <a:lnTo>
                  <a:pt x="110305" y="166586"/>
                </a:lnTo>
                <a:cubicBezTo>
                  <a:pt x="107062" y="173129"/>
                  <a:pt x="99651" y="176430"/>
                  <a:pt x="92644" y="174577"/>
                </a:cubicBezTo>
                <a:lnTo>
                  <a:pt x="77474" y="170524"/>
                </a:lnTo>
                <a:cubicBezTo>
                  <a:pt x="70410" y="168613"/>
                  <a:pt x="65720" y="162012"/>
                  <a:pt x="66183" y="154774"/>
                </a:cubicBezTo>
                <a:lnTo>
                  <a:pt x="67746" y="130513"/>
                </a:lnTo>
                <a:cubicBezTo>
                  <a:pt x="62940" y="126807"/>
                  <a:pt x="58713" y="122522"/>
                  <a:pt x="55066" y="117774"/>
                </a:cubicBezTo>
                <a:lnTo>
                  <a:pt x="30746" y="119338"/>
                </a:lnTo>
                <a:cubicBezTo>
                  <a:pt x="23509" y="119801"/>
                  <a:pt x="16908" y="115053"/>
                  <a:pt x="14997" y="108047"/>
                </a:cubicBezTo>
                <a:lnTo>
                  <a:pt x="10944" y="92876"/>
                </a:lnTo>
                <a:cubicBezTo>
                  <a:pt x="9091" y="85870"/>
                  <a:pt x="12391" y="78458"/>
                  <a:pt x="18934" y="75216"/>
                </a:cubicBezTo>
                <a:lnTo>
                  <a:pt x="40764" y="64446"/>
                </a:lnTo>
                <a:cubicBezTo>
                  <a:pt x="41169" y="61493"/>
                  <a:pt x="41748" y="58598"/>
                  <a:pt x="42501" y="55645"/>
                </a:cubicBezTo>
                <a:cubicBezTo>
                  <a:pt x="43311" y="52691"/>
                  <a:pt x="44238" y="49854"/>
                  <a:pt x="45396" y="47133"/>
                </a:cubicBezTo>
                <a:lnTo>
                  <a:pt x="31904" y="26925"/>
                </a:lnTo>
                <a:cubicBezTo>
                  <a:pt x="27851" y="20845"/>
                  <a:pt x="28662" y="12797"/>
                  <a:pt x="33815" y="7643"/>
                </a:cubicBezTo>
                <a:lnTo>
                  <a:pt x="44933" y="-3474"/>
                </a:lnTo>
                <a:cubicBezTo>
                  <a:pt x="50086" y="-8628"/>
                  <a:pt x="58134" y="-9438"/>
                  <a:pt x="64214" y="-5385"/>
                </a:cubicBezTo>
                <a:lnTo>
                  <a:pt x="84480" y="8106"/>
                </a:lnTo>
                <a:cubicBezTo>
                  <a:pt x="89981" y="5848"/>
                  <a:pt x="95829" y="4227"/>
                  <a:pt x="101793" y="3416"/>
                </a:cubicBezTo>
                <a:lnTo>
                  <a:pt x="112563" y="-18355"/>
                </a:lnTo>
                <a:cubicBezTo>
                  <a:pt x="115805" y="-24898"/>
                  <a:pt x="123159" y="-28199"/>
                  <a:pt x="130223" y="-26346"/>
                </a:cubicBezTo>
                <a:close/>
                <a:moveTo>
                  <a:pt x="111405" y="48638"/>
                </a:moveTo>
                <a:cubicBezTo>
                  <a:pt x="97344" y="48638"/>
                  <a:pt x="85928" y="60054"/>
                  <a:pt x="85928" y="74116"/>
                </a:cubicBezTo>
                <a:cubicBezTo>
                  <a:pt x="85928" y="88177"/>
                  <a:pt x="97344" y="99593"/>
                  <a:pt x="111405" y="99593"/>
                </a:cubicBezTo>
                <a:cubicBezTo>
                  <a:pt x="125466" y="99593"/>
                  <a:pt x="136882" y="88177"/>
                  <a:pt x="136882" y="74116"/>
                </a:cubicBezTo>
                <a:cubicBezTo>
                  <a:pt x="136882" y="60054"/>
                  <a:pt x="125466" y="48638"/>
                  <a:pt x="111405" y="48638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0496318" y="2272875"/>
            <a:ext cx="5113970" cy="395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34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核心能力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125741" y="2964620"/>
            <a:ext cx="5336316" cy="741155"/>
          </a:xfrm>
          <a:custGeom>
            <a:avLst/>
            <a:gdLst/>
            <a:ahLst/>
            <a:cxnLst/>
            <a:rect l="l" t="t" r="r" b="b"/>
            <a:pathLst>
              <a:path w="5336316" h="741155">
                <a:moveTo>
                  <a:pt x="98818" y="0"/>
                </a:moveTo>
                <a:lnTo>
                  <a:pt x="5237498" y="0"/>
                </a:lnTo>
                <a:cubicBezTo>
                  <a:pt x="5292074" y="0"/>
                  <a:pt x="5336316" y="44242"/>
                  <a:pt x="5336316" y="98818"/>
                </a:cubicBezTo>
                <a:lnTo>
                  <a:pt x="5336316" y="642337"/>
                </a:lnTo>
                <a:cubicBezTo>
                  <a:pt x="5336316" y="696913"/>
                  <a:pt x="5292074" y="741155"/>
                  <a:pt x="5237498" y="741155"/>
                </a:cubicBezTo>
                <a:lnTo>
                  <a:pt x="98818" y="741155"/>
                </a:lnTo>
                <a:cubicBezTo>
                  <a:pt x="44242" y="741155"/>
                  <a:pt x="0" y="696913"/>
                  <a:pt x="0" y="642337"/>
                </a:cubicBezTo>
                <a:lnTo>
                  <a:pt x="0" y="98818"/>
                </a:lnTo>
                <a:cubicBezTo>
                  <a:pt x="0" y="44279"/>
                  <a:pt x="44279" y="0"/>
                  <a:pt x="98818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10323382" y="3285787"/>
            <a:ext cx="98821" cy="98821"/>
          </a:xfrm>
          <a:custGeom>
            <a:avLst/>
            <a:gdLst/>
            <a:ahLst/>
            <a:cxnLst/>
            <a:rect l="l" t="t" r="r" b="b"/>
            <a:pathLst>
              <a:path w="98821" h="98821">
                <a:moveTo>
                  <a:pt x="49410" y="0"/>
                </a:moveTo>
                <a:lnTo>
                  <a:pt x="49410" y="0"/>
                </a:lnTo>
                <a:cubicBezTo>
                  <a:pt x="76681" y="0"/>
                  <a:pt x="98821" y="22140"/>
                  <a:pt x="98821" y="49410"/>
                </a:cubicBezTo>
                <a:lnTo>
                  <a:pt x="98821" y="49410"/>
                </a:lnTo>
                <a:cubicBezTo>
                  <a:pt x="98821" y="76681"/>
                  <a:pt x="76681" y="98821"/>
                  <a:pt x="49410" y="98821"/>
                </a:cubicBezTo>
                <a:lnTo>
                  <a:pt x="49410" y="98821"/>
                </a:lnTo>
                <a:cubicBezTo>
                  <a:pt x="22140" y="98821"/>
                  <a:pt x="0" y="76681"/>
                  <a:pt x="0" y="49410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0570434" y="3162261"/>
            <a:ext cx="1445252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5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动态资源分配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125741" y="3903416"/>
            <a:ext cx="5336316" cy="741155"/>
          </a:xfrm>
          <a:custGeom>
            <a:avLst/>
            <a:gdLst/>
            <a:ahLst/>
            <a:cxnLst/>
            <a:rect l="l" t="t" r="r" b="b"/>
            <a:pathLst>
              <a:path w="5336316" h="741155">
                <a:moveTo>
                  <a:pt x="98818" y="0"/>
                </a:moveTo>
                <a:lnTo>
                  <a:pt x="5237498" y="0"/>
                </a:lnTo>
                <a:cubicBezTo>
                  <a:pt x="5292074" y="0"/>
                  <a:pt x="5336316" y="44242"/>
                  <a:pt x="5336316" y="98818"/>
                </a:cubicBezTo>
                <a:lnTo>
                  <a:pt x="5336316" y="642337"/>
                </a:lnTo>
                <a:cubicBezTo>
                  <a:pt x="5336316" y="696913"/>
                  <a:pt x="5292074" y="741155"/>
                  <a:pt x="5237498" y="741155"/>
                </a:cubicBezTo>
                <a:lnTo>
                  <a:pt x="98818" y="741155"/>
                </a:lnTo>
                <a:cubicBezTo>
                  <a:pt x="44242" y="741155"/>
                  <a:pt x="0" y="696913"/>
                  <a:pt x="0" y="642337"/>
                </a:cubicBezTo>
                <a:lnTo>
                  <a:pt x="0" y="98818"/>
                </a:lnTo>
                <a:cubicBezTo>
                  <a:pt x="0" y="44279"/>
                  <a:pt x="44279" y="0"/>
                  <a:pt x="98818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10323382" y="4224584"/>
            <a:ext cx="98821" cy="98821"/>
          </a:xfrm>
          <a:custGeom>
            <a:avLst/>
            <a:gdLst/>
            <a:ahLst/>
            <a:cxnLst/>
            <a:rect l="l" t="t" r="r" b="b"/>
            <a:pathLst>
              <a:path w="98821" h="98821">
                <a:moveTo>
                  <a:pt x="49410" y="0"/>
                </a:moveTo>
                <a:lnTo>
                  <a:pt x="49410" y="0"/>
                </a:lnTo>
                <a:cubicBezTo>
                  <a:pt x="76681" y="0"/>
                  <a:pt x="98821" y="22140"/>
                  <a:pt x="98821" y="49410"/>
                </a:cubicBezTo>
                <a:lnTo>
                  <a:pt x="98821" y="49410"/>
                </a:lnTo>
                <a:cubicBezTo>
                  <a:pt x="98821" y="76681"/>
                  <a:pt x="76681" y="98821"/>
                  <a:pt x="49410" y="98821"/>
                </a:cubicBezTo>
                <a:lnTo>
                  <a:pt x="49410" y="98821"/>
                </a:lnTo>
                <a:cubicBezTo>
                  <a:pt x="22140" y="98821"/>
                  <a:pt x="0" y="76681"/>
                  <a:pt x="0" y="49410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0570434" y="4101058"/>
            <a:ext cx="1000559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5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弹性伸缩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125741" y="4842213"/>
            <a:ext cx="5336316" cy="741155"/>
          </a:xfrm>
          <a:custGeom>
            <a:avLst/>
            <a:gdLst/>
            <a:ahLst/>
            <a:cxnLst/>
            <a:rect l="l" t="t" r="r" b="b"/>
            <a:pathLst>
              <a:path w="5336316" h="741155">
                <a:moveTo>
                  <a:pt x="98818" y="0"/>
                </a:moveTo>
                <a:lnTo>
                  <a:pt x="5237498" y="0"/>
                </a:lnTo>
                <a:cubicBezTo>
                  <a:pt x="5292074" y="0"/>
                  <a:pt x="5336316" y="44242"/>
                  <a:pt x="5336316" y="98818"/>
                </a:cubicBezTo>
                <a:lnTo>
                  <a:pt x="5336316" y="642337"/>
                </a:lnTo>
                <a:cubicBezTo>
                  <a:pt x="5336316" y="696913"/>
                  <a:pt x="5292074" y="741155"/>
                  <a:pt x="5237498" y="741155"/>
                </a:cubicBezTo>
                <a:lnTo>
                  <a:pt x="98818" y="741155"/>
                </a:lnTo>
                <a:cubicBezTo>
                  <a:pt x="44242" y="741155"/>
                  <a:pt x="0" y="696913"/>
                  <a:pt x="0" y="642337"/>
                </a:cubicBezTo>
                <a:lnTo>
                  <a:pt x="0" y="98818"/>
                </a:lnTo>
                <a:cubicBezTo>
                  <a:pt x="0" y="44279"/>
                  <a:pt x="44279" y="0"/>
                  <a:pt x="98818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10323382" y="5163380"/>
            <a:ext cx="98821" cy="98821"/>
          </a:xfrm>
          <a:custGeom>
            <a:avLst/>
            <a:gdLst/>
            <a:ahLst/>
            <a:cxnLst/>
            <a:rect l="l" t="t" r="r" b="b"/>
            <a:pathLst>
              <a:path w="98821" h="98821">
                <a:moveTo>
                  <a:pt x="49410" y="0"/>
                </a:moveTo>
                <a:lnTo>
                  <a:pt x="49410" y="0"/>
                </a:lnTo>
                <a:cubicBezTo>
                  <a:pt x="76681" y="0"/>
                  <a:pt x="98821" y="22140"/>
                  <a:pt x="98821" y="49410"/>
                </a:cubicBezTo>
                <a:lnTo>
                  <a:pt x="98821" y="49410"/>
                </a:lnTo>
                <a:cubicBezTo>
                  <a:pt x="98821" y="76681"/>
                  <a:pt x="76681" y="98821"/>
                  <a:pt x="49410" y="98821"/>
                </a:cubicBezTo>
                <a:lnTo>
                  <a:pt x="49410" y="98821"/>
                </a:lnTo>
                <a:cubicBezTo>
                  <a:pt x="22140" y="98821"/>
                  <a:pt x="0" y="76681"/>
                  <a:pt x="0" y="49410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0570434" y="5039854"/>
            <a:ext cx="1000559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5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容器隔离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125741" y="5781009"/>
            <a:ext cx="5336316" cy="741155"/>
          </a:xfrm>
          <a:custGeom>
            <a:avLst/>
            <a:gdLst/>
            <a:ahLst/>
            <a:cxnLst/>
            <a:rect l="l" t="t" r="r" b="b"/>
            <a:pathLst>
              <a:path w="5336316" h="741155">
                <a:moveTo>
                  <a:pt x="98818" y="0"/>
                </a:moveTo>
                <a:lnTo>
                  <a:pt x="5237498" y="0"/>
                </a:lnTo>
                <a:cubicBezTo>
                  <a:pt x="5292074" y="0"/>
                  <a:pt x="5336316" y="44242"/>
                  <a:pt x="5336316" y="98818"/>
                </a:cubicBezTo>
                <a:lnTo>
                  <a:pt x="5336316" y="642337"/>
                </a:lnTo>
                <a:cubicBezTo>
                  <a:pt x="5336316" y="696913"/>
                  <a:pt x="5292074" y="741155"/>
                  <a:pt x="5237498" y="741155"/>
                </a:cubicBezTo>
                <a:lnTo>
                  <a:pt x="98818" y="741155"/>
                </a:lnTo>
                <a:cubicBezTo>
                  <a:pt x="44242" y="741155"/>
                  <a:pt x="0" y="696913"/>
                  <a:pt x="0" y="642337"/>
                </a:cubicBezTo>
                <a:lnTo>
                  <a:pt x="0" y="98818"/>
                </a:lnTo>
                <a:cubicBezTo>
                  <a:pt x="0" y="44279"/>
                  <a:pt x="44279" y="0"/>
                  <a:pt x="98818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10323382" y="6102176"/>
            <a:ext cx="98821" cy="98821"/>
          </a:xfrm>
          <a:custGeom>
            <a:avLst/>
            <a:gdLst/>
            <a:ahLst/>
            <a:cxnLst/>
            <a:rect l="l" t="t" r="r" b="b"/>
            <a:pathLst>
              <a:path w="98821" h="98821">
                <a:moveTo>
                  <a:pt x="49410" y="0"/>
                </a:moveTo>
                <a:lnTo>
                  <a:pt x="49410" y="0"/>
                </a:lnTo>
                <a:cubicBezTo>
                  <a:pt x="76681" y="0"/>
                  <a:pt x="98821" y="22140"/>
                  <a:pt x="98821" y="49410"/>
                </a:cubicBezTo>
                <a:lnTo>
                  <a:pt x="98821" y="49410"/>
                </a:lnTo>
                <a:cubicBezTo>
                  <a:pt x="98821" y="76681"/>
                  <a:pt x="76681" y="98821"/>
                  <a:pt x="49410" y="98821"/>
                </a:cubicBezTo>
                <a:lnTo>
                  <a:pt x="49410" y="98821"/>
                </a:lnTo>
                <a:cubicBezTo>
                  <a:pt x="22140" y="98821"/>
                  <a:pt x="0" y="76681"/>
                  <a:pt x="0" y="49410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0570434" y="5978650"/>
            <a:ext cx="1432900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5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DevOps 集成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125741" y="6719805"/>
            <a:ext cx="5336316" cy="741155"/>
          </a:xfrm>
          <a:custGeom>
            <a:avLst/>
            <a:gdLst/>
            <a:ahLst/>
            <a:cxnLst/>
            <a:rect l="l" t="t" r="r" b="b"/>
            <a:pathLst>
              <a:path w="5336316" h="741155">
                <a:moveTo>
                  <a:pt x="98818" y="0"/>
                </a:moveTo>
                <a:lnTo>
                  <a:pt x="5237498" y="0"/>
                </a:lnTo>
                <a:cubicBezTo>
                  <a:pt x="5292074" y="0"/>
                  <a:pt x="5336316" y="44242"/>
                  <a:pt x="5336316" y="98818"/>
                </a:cubicBezTo>
                <a:lnTo>
                  <a:pt x="5336316" y="642337"/>
                </a:lnTo>
                <a:cubicBezTo>
                  <a:pt x="5336316" y="696913"/>
                  <a:pt x="5292074" y="741155"/>
                  <a:pt x="5237498" y="741155"/>
                </a:cubicBezTo>
                <a:lnTo>
                  <a:pt x="98818" y="741155"/>
                </a:lnTo>
                <a:cubicBezTo>
                  <a:pt x="44242" y="741155"/>
                  <a:pt x="0" y="696913"/>
                  <a:pt x="0" y="642337"/>
                </a:cubicBezTo>
                <a:lnTo>
                  <a:pt x="0" y="98818"/>
                </a:lnTo>
                <a:cubicBezTo>
                  <a:pt x="0" y="44279"/>
                  <a:pt x="44279" y="0"/>
                  <a:pt x="98818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10323382" y="7040973"/>
            <a:ext cx="98821" cy="98821"/>
          </a:xfrm>
          <a:custGeom>
            <a:avLst/>
            <a:gdLst/>
            <a:ahLst/>
            <a:cxnLst/>
            <a:rect l="l" t="t" r="r" b="b"/>
            <a:pathLst>
              <a:path w="98821" h="98821">
                <a:moveTo>
                  <a:pt x="49410" y="0"/>
                </a:moveTo>
                <a:lnTo>
                  <a:pt x="49410" y="0"/>
                </a:lnTo>
                <a:cubicBezTo>
                  <a:pt x="76681" y="0"/>
                  <a:pt x="98821" y="22140"/>
                  <a:pt x="98821" y="49410"/>
                </a:cubicBezTo>
                <a:lnTo>
                  <a:pt x="98821" y="49410"/>
                </a:lnTo>
                <a:cubicBezTo>
                  <a:pt x="98821" y="76681"/>
                  <a:pt x="76681" y="98821"/>
                  <a:pt x="49410" y="98821"/>
                </a:cubicBezTo>
                <a:lnTo>
                  <a:pt x="49410" y="98821"/>
                </a:lnTo>
                <a:cubicBezTo>
                  <a:pt x="22140" y="98821"/>
                  <a:pt x="0" y="76681"/>
                  <a:pt x="0" y="49410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0570434" y="6917447"/>
            <a:ext cx="1000559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5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统一调度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0125741" y="7658602"/>
            <a:ext cx="5336316" cy="741155"/>
          </a:xfrm>
          <a:custGeom>
            <a:avLst/>
            <a:gdLst/>
            <a:ahLst/>
            <a:cxnLst/>
            <a:rect l="l" t="t" r="r" b="b"/>
            <a:pathLst>
              <a:path w="5336316" h="741155">
                <a:moveTo>
                  <a:pt x="98818" y="0"/>
                </a:moveTo>
                <a:lnTo>
                  <a:pt x="5237498" y="0"/>
                </a:lnTo>
                <a:cubicBezTo>
                  <a:pt x="5292074" y="0"/>
                  <a:pt x="5336316" y="44242"/>
                  <a:pt x="5336316" y="98818"/>
                </a:cubicBezTo>
                <a:lnTo>
                  <a:pt x="5336316" y="642337"/>
                </a:lnTo>
                <a:cubicBezTo>
                  <a:pt x="5336316" y="696913"/>
                  <a:pt x="5292074" y="741155"/>
                  <a:pt x="5237498" y="741155"/>
                </a:cubicBezTo>
                <a:lnTo>
                  <a:pt x="98818" y="741155"/>
                </a:lnTo>
                <a:cubicBezTo>
                  <a:pt x="44242" y="741155"/>
                  <a:pt x="0" y="696913"/>
                  <a:pt x="0" y="642337"/>
                </a:cubicBezTo>
                <a:lnTo>
                  <a:pt x="0" y="98818"/>
                </a:lnTo>
                <a:cubicBezTo>
                  <a:pt x="0" y="44279"/>
                  <a:pt x="44279" y="0"/>
                  <a:pt x="98818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10323382" y="7979769"/>
            <a:ext cx="98821" cy="98821"/>
          </a:xfrm>
          <a:custGeom>
            <a:avLst/>
            <a:gdLst/>
            <a:ahLst/>
            <a:cxnLst/>
            <a:rect l="l" t="t" r="r" b="b"/>
            <a:pathLst>
              <a:path w="98821" h="98821">
                <a:moveTo>
                  <a:pt x="49410" y="0"/>
                </a:moveTo>
                <a:lnTo>
                  <a:pt x="49410" y="0"/>
                </a:lnTo>
                <a:cubicBezTo>
                  <a:pt x="76681" y="0"/>
                  <a:pt x="98821" y="22140"/>
                  <a:pt x="98821" y="49410"/>
                </a:cubicBezTo>
                <a:lnTo>
                  <a:pt x="98821" y="49410"/>
                </a:lnTo>
                <a:cubicBezTo>
                  <a:pt x="98821" y="76681"/>
                  <a:pt x="76681" y="98821"/>
                  <a:pt x="49410" y="98821"/>
                </a:cubicBezTo>
                <a:lnTo>
                  <a:pt x="49410" y="98821"/>
                </a:lnTo>
                <a:cubicBezTo>
                  <a:pt x="22140" y="98821"/>
                  <a:pt x="0" y="76681"/>
                  <a:pt x="0" y="49410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0570434" y="7856243"/>
            <a:ext cx="1000559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5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可观测性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DESIGN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架构设计理念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20700" y="2044700"/>
            <a:ext cx="7442200" cy="3530600"/>
          </a:xfrm>
          <a:custGeom>
            <a:avLst/>
            <a:gdLst/>
            <a:ahLst/>
            <a:cxnLst/>
            <a:rect l="l" t="t" r="r" b="b"/>
            <a:pathLst>
              <a:path w="7442200" h="3530600">
                <a:moveTo>
                  <a:pt x="101611" y="0"/>
                </a:moveTo>
                <a:lnTo>
                  <a:pt x="7340589" y="0"/>
                </a:lnTo>
                <a:cubicBezTo>
                  <a:pt x="7396707" y="0"/>
                  <a:pt x="7442200" y="45493"/>
                  <a:pt x="7442200" y="101611"/>
                </a:cubicBezTo>
                <a:lnTo>
                  <a:pt x="7442200" y="3428989"/>
                </a:lnTo>
                <a:cubicBezTo>
                  <a:pt x="7442200" y="3485107"/>
                  <a:pt x="7396707" y="3530600"/>
                  <a:pt x="7340589" y="3530600"/>
                </a:cubicBezTo>
                <a:lnTo>
                  <a:pt x="101611" y="3530600"/>
                </a:lnTo>
                <a:cubicBezTo>
                  <a:pt x="45493" y="3530600"/>
                  <a:pt x="0" y="3485107"/>
                  <a:pt x="0" y="34289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38200" y="23622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041400" y="2565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410" y="3096"/>
                </a:moveTo>
                <a:cubicBezTo>
                  <a:pt x="147280" y="-1012"/>
                  <a:pt x="157520" y="-1012"/>
                  <a:pt x="166390" y="3096"/>
                </a:cubicBezTo>
                <a:lnTo>
                  <a:pt x="296525" y="63222"/>
                </a:lnTo>
                <a:cubicBezTo>
                  <a:pt x="301585" y="65544"/>
                  <a:pt x="304800" y="70604"/>
                  <a:pt x="304800" y="76200"/>
                </a:cubicBezTo>
                <a:cubicBezTo>
                  <a:pt x="304800" y="81796"/>
                  <a:pt x="301585" y="86856"/>
                  <a:pt x="296525" y="89178"/>
                </a:cubicBezTo>
                <a:lnTo>
                  <a:pt x="166390" y="149304"/>
                </a:lnTo>
                <a:cubicBezTo>
                  <a:pt x="157520" y="153412"/>
                  <a:pt x="147280" y="153412"/>
                  <a:pt x="138410" y="149304"/>
                </a:cubicBezTo>
                <a:lnTo>
                  <a:pt x="8275" y="89178"/>
                </a:lnTo>
                <a:cubicBezTo>
                  <a:pt x="3215" y="86797"/>
                  <a:pt x="0" y="81736"/>
                  <a:pt x="0" y="76200"/>
                </a:cubicBezTo>
                <a:cubicBezTo>
                  <a:pt x="0" y="70664"/>
                  <a:pt x="3215" y="65544"/>
                  <a:pt x="8275" y="63222"/>
                </a:cubicBezTo>
                <a:lnTo>
                  <a:pt x="138410" y="3096"/>
                </a:lnTo>
                <a:close/>
                <a:moveTo>
                  <a:pt x="28635" y="130016"/>
                </a:moveTo>
                <a:lnTo>
                  <a:pt x="126444" y="175200"/>
                </a:lnTo>
                <a:cubicBezTo>
                  <a:pt x="142935" y="182820"/>
                  <a:pt x="161925" y="182820"/>
                  <a:pt x="178415" y="175200"/>
                </a:cubicBezTo>
                <a:lnTo>
                  <a:pt x="276225" y="130016"/>
                </a:lnTo>
                <a:lnTo>
                  <a:pt x="296525" y="139422"/>
                </a:lnTo>
                <a:cubicBezTo>
                  <a:pt x="301585" y="141744"/>
                  <a:pt x="304800" y="146804"/>
                  <a:pt x="304800" y="152400"/>
                </a:cubicBezTo>
                <a:cubicBezTo>
                  <a:pt x="304800" y="157996"/>
                  <a:pt x="301585" y="163056"/>
                  <a:pt x="296525" y="165378"/>
                </a:cubicBezTo>
                <a:lnTo>
                  <a:pt x="166390" y="225504"/>
                </a:lnTo>
                <a:cubicBezTo>
                  <a:pt x="157520" y="229612"/>
                  <a:pt x="147280" y="229612"/>
                  <a:pt x="138410" y="225504"/>
                </a:cubicBezTo>
                <a:lnTo>
                  <a:pt x="8275" y="165378"/>
                </a:lnTo>
                <a:cubicBezTo>
                  <a:pt x="3215" y="162997"/>
                  <a:pt x="0" y="157936"/>
                  <a:pt x="0" y="152400"/>
                </a:cubicBezTo>
                <a:cubicBezTo>
                  <a:pt x="0" y="146864"/>
                  <a:pt x="3215" y="141744"/>
                  <a:pt x="8275" y="139422"/>
                </a:cubicBezTo>
                <a:lnTo>
                  <a:pt x="28575" y="130016"/>
                </a:lnTo>
                <a:close/>
                <a:moveTo>
                  <a:pt x="8275" y="215622"/>
                </a:moveTo>
                <a:lnTo>
                  <a:pt x="28575" y="206216"/>
                </a:lnTo>
                <a:lnTo>
                  <a:pt x="126385" y="251400"/>
                </a:lnTo>
                <a:cubicBezTo>
                  <a:pt x="142875" y="259020"/>
                  <a:pt x="161865" y="259020"/>
                  <a:pt x="178356" y="251400"/>
                </a:cubicBezTo>
                <a:lnTo>
                  <a:pt x="276165" y="206216"/>
                </a:lnTo>
                <a:lnTo>
                  <a:pt x="296466" y="215622"/>
                </a:lnTo>
                <a:cubicBezTo>
                  <a:pt x="301526" y="217944"/>
                  <a:pt x="304740" y="223004"/>
                  <a:pt x="304740" y="228600"/>
                </a:cubicBezTo>
                <a:cubicBezTo>
                  <a:pt x="304740" y="234196"/>
                  <a:pt x="301526" y="239256"/>
                  <a:pt x="296466" y="241578"/>
                </a:cubicBezTo>
                <a:lnTo>
                  <a:pt x="166330" y="301704"/>
                </a:lnTo>
                <a:cubicBezTo>
                  <a:pt x="157460" y="305812"/>
                  <a:pt x="147221" y="305812"/>
                  <a:pt x="138351" y="301704"/>
                </a:cubicBezTo>
                <a:lnTo>
                  <a:pt x="8275" y="241578"/>
                </a:lnTo>
                <a:cubicBezTo>
                  <a:pt x="3215" y="239197"/>
                  <a:pt x="0" y="234136"/>
                  <a:pt x="0" y="228600"/>
                </a:cubicBezTo>
                <a:cubicBezTo>
                  <a:pt x="0" y="223064"/>
                  <a:pt x="3215" y="217944"/>
                  <a:pt x="8275" y="215622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752600" y="2514600"/>
            <a:ext cx="1854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容器化主从架构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8200" y="3276600"/>
            <a:ext cx="6908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采用经典的</a:t>
            </a:r>
            <a:r>
              <a:rPr lang="en-US" sz="16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主从架构设计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，将 Spark 的 Driver 和 Executor 组件完全容器化，实现环境一致性和快速部署。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" y="42418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041400" y="4140200"/>
            <a:ext cx="214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Driver 作为中心协调者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8200" y="46482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41400" y="4546600"/>
            <a:ext cx="240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Executor 作为任务执行者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8200" y="50546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041400" y="4953000"/>
            <a:ext cx="2616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组件间通过 API Server 通信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93100" y="2044700"/>
            <a:ext cx="7442200" cy="3530600"/>
          </a:xfrm>
          <a:custGeom>
            <a:avLst/>
            <a:gdLst/>
            <a:ahLst/>
            <a:cxnLst/>
            <a:rect l="l" t="t" r="r" b="b"/>
            <a:pathLst>
              <a:path w="7442200" h="3530600">
                <a:moveTo>
                  <a:pt x="101611" y="0"/>
                </a:moveTo>
                <a:lnTo>
                  <a:pt x="7340589" y="0"/>
                </a:lnTo>
                <a:cubicBezTo>
                  <a:pt x="7396707" y="0"/>
                  <a:pt x="7442200" y="45493"/>
                  <a:pt x="7442200" y="101611"/>
                </a:cubicBezTo>
                <a:lnTo>
                  <a:pt x="7442200" y="3428989"/>
                </a:lnTo>
                <a:cubicBezTo>
                  <a:pt x="7442200" y="3485107"/>
                  <a:pt x="7396707" y="3530600"/>
                  <a:pt x="7340589" y="3530600"/>
                </a:cubicBezTo>
                <a:lnTo>
                  <a:pt x="101611" y="3530600"/>
                </a:lnTo>
                <a:cubicBezTo>
                  <a:pt x="45493" y="3530600"/>
                  <a:pt x="0" y="3485107"/>
                  <a:pt x="0" y="34289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610600" y="23622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775700" y="25654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47590" y="125313"/>
                </a:moveTo>
                <a:cubicBezTo>
                  <a:pt x="254853" y="123349"/>
                  <a:pt x="262473" y="126802"/>
                  <a:pt x="265747" y="133529"/>
                </a:cubicBezTo>
                <a:lnTo>
                  <a:pt x="276820" y="155912"/>
                </a:lnTo>
                <a:cubicBezTo>
                  <a:pt x="282952" y="156746"/>
                  <a:pt x="288965" y="158413"/>
                  <a:pt x="294620" y="160734"/>
                </a:cubicBezTo>
                <a:lnTo>
                  <a:pt x="315456" y="146864"/>
                </a:lnTo>
                <a:cubicBezTo>
                  <a:pt x="321707" y="142696"/>
                  <a:pt x="329982" y="143530"/>
                  <a:pt x="335280" y="148828"/>
                </a:cubicBezTo>
                <a:lnTo>
                  <a:pt x="346710" y="160258"/>
                </a:lnTo>
                <a:cubicBezTo>
                  <a:pt x="352008" y="165556"/>
                  <a:pt x="352842" y="173891"/>
                  <a:pt x="348675" y="180082"/>
                </a:cubicBezTo>
                <a:lnTo>
                  <a:pt x="334804" y="200858"/>
                </a:lnTo>
                <a:cubicBezTo>
                  <a:pt x="335935" y="203656"/>
                  <a:pt x="336947" y="206573"/>
                  <a:pt x="337780" y="209610"/>
                </a:cubicBezTo>
                <a:cubicBezTo>
                  <a:pt x="338614" y="212646"/>
                  <a:pt x="339150" y="215622"/>
                  <a:pt x="339566" y="218658"/>
                </a:cubicBezTo>
                <a:lnTo>
                  <a:pt x="362010" y="229731"/>
                </a:lnTo>
                <a:cubicBezTo>
                  <a:pt x="368737" y="233065"/>
                  <a:pt x="372189" y="240685"/>
                  <a:pt x="370225" y="247888"/>
                </a:cubicBezTo>
                <a:lnTo>
                  <a:pt x="366058" y="263485"/>
                </a:lnTo>
                <a:cubicBezTo>
                  <a:pt x="364093" y="270689"/>
                  <a:pt x="357366" y="275570"/>
                  <a:pt x="349865" y="275094"/>
                </a:cubicBezTo>
                <a:lnTo>
                  <a:pt x="324862" y="273487"/>
                </a:lnTo>
                <a:cubicBezTo>
                  <a:pt x="321112" y="278309"/>
                  <a:pt x="316766" y="282773"/>
                  <a:pt x="311825" y="286583"/>
                </a:cubicBezTo>
                <a:lnTo>
                  <a:pt x="313432" y="311527"/>
                </a:lnTo>
                <a:cubicBezTo>
                  <a:pt x="313908" y="319028"/>
                  <a:pt x="309027" y="325815"/>
                  <a:pt x="301823" y="327720"/>
                </a:cubicBezTo>
                <a:lnTo>
                  <a:pt x="286226" y="331887"/>
                </a:lnTo>
                <a:cubicBezTo>
                  <a:pt x="278963" y="333851"/>
                  <a:pt x="271403" y="330398"/>
                  <a:pt x="268069" y="323671"/>
                </a:cubicBezTo>
                <a:lnTo>
                  <a:pt x="256996" y="301288"/>
                </a:lnTo>
                <a:cubicBezTo>
                  <a:pt x="250865" y="300454"/>
                  <a:pt x="244852" y="298787"/>
                  <a:pt x="239197" y="296466"/>
                </a:cubicBezTo>
                <a:lnTo>
                  <a:pt x="218361" y="310336"/>
                </a:lnTo>
                <a:cubicBezTo>
                  <a:pt x="212110" y="314504"/>
                  <a:pt x="203835" y="313670"/>
                  <a:pt x="198537" y="308372"/>
                </a:cubicBezTo>
                <a:lnTo>
                  <a:pt x="187107" y="296942"/>
                </a:lnTo>
                <a:cubicBezTo>
                  <a:pt x="181808" y="291644"/>
                  <a:pt x="180975" y="283369"/>
                  <a:pt x="185142" y="277118"/>
                </a:cubicBezTo>
                <a:lnTo>
                  <a:pt x="199013" y="256282"/>
                </a:lnTo>
                <a:cubicBezTo>
                  <a:pt x="197882" y="253484"/>
                  <a:pt x="196870" y="250567"/>
                  <a:pt x="196036" y="247531"/>
                </a:cubicBezTo>
                <a:cubicBezTo>
                  <a:pt x="195203" y="244495"/>
                  <a:pt x="194667" y="241459"/>
                  <a:pt x="194250" y="238482"/>
                </a:cubicBezTo>
                <a:lnTo>
                  <a:pt x="171807" y="227409"/>
                </a:lnTo>
                <a:cubicBezTo>
                  <a:pt x="165080" y="224076"/>
                  <a:pt x="161687" y="216456"/>
                  <a:pt x="163592" y="209252"/>
                </a:cubicBezTo>
                <a:lnTo>
                  <a:pt x="167759" y="193655"/>
                </a:lnTo>
                <a:cubicBezTo>
                  <a:pt x="169724" y="186452"/>
                  <a:pt x="176451" y="181570"/>
                  <a:pt x="183952" y="182047"/>
                </a:cubicBezTo>
                <a:lnTo>
                  <a:pt x="208895" y="183654"/>
                </a:lnTo>
                <a:cubicBezTo>
                  <a:pt x="212646" y="178832"/>
                  <a:pt x="216991" y="174367"/>
                  <a:pt x="221932" y="170557"/>
                </a:cubicBezTo>
                <a:lnTo>
                  <a:pt x="220325" y="145673"/>
                </a:lnTo>
                <a:cubicBezTo>
                  <a:pt x="219849" y="138172"/>
                  <a:pt x="224730" y="131385"/>
                  <a:pt x="231934" y="129480"/>
                </a:cubicBezTo>
                <a:lnTo>
                  <a:pt x="247531" y="125313"/>
                </a:lnTo>
                <a:close/>
                <a:moveTo>
                  <a:pt x="266938" y="202406"/>
                </a:moveTo>
                <a:cubicBezTo>
                  <a:pt x="252481" y="202423"/>
                  <a:pt x="240758" y="214173"/>
                  <a:pt x="240774" y="228630"/>
                </a:cubicBezTo>
                <a:cubicBezTo>
                  <a:pt x="240791" y="243086"/>
                  <a:pt x="252541" y="254810"/>
                  <a:pt x="266998" y="254794"/>
                </a:cubicBezTo>
                <a:cubicBezTo>
                  <a:pt x="281454" y="254777"/>
                  <a:pt x="293178" y="243027"/>
                  <a:pt x="293162" y="228570"/>
                </a:cubicBezTo>
                <a:cubicBezTo>
                  <a:pt x="293145" y="214114"/>
                  <a:pt x="281395" y="202390"/>
                  <a:pt x="266938" y="202406"/>
                </a:cubicBezTo>
                <a:close/>
                <a:moveTo>
                  <a:pt x="133886" y="-27087"/>
                </a:moveTo>
                <a:lnTo>
                  <a:pt x="149483" y="-22920"/>
                </a:lnTo>
                <a:cubicBezTo>
                  <a:pt x="156686" y="-20955"/>
                  <a:pt x="161568" y="-14168"/>
                  <a:pt x="161092" y="-6727"/>
                </a:cubicBezTo>
                <a:lnTo>
                  <a:pt x="159484" y="18157"/>
                </a:lnTo>
                <a:cubicBezTo>
                  <a:pt x="164425" y="21967"/>
                  <a:pt x="168771" y="26372"/>
                  <a:pt x="172522" y="31254"/>
                </a:cubicBezTo>
                <a:lnTo>
                  <a:pt x="197525" y="29647"/>
                </a:lnTo>
                <a:cubicBezTo>
                  <a:pt x="204966" y="29170"/>
                  <a:pt x="211753" y="34052"/>
                  <a:pt x="213717" y="41255"/>
                </a:cubicBezTo>
                <a:lnTo>
                  <a:pt x="217884" y="56852"/>
                </a:lnTo>
                <a:cubicBezTo>
                  <a:pt x="219789" y="64056"/>
                  <a:pt x="216396" y="71676"/>
                  <a:pt x="209669" y="75009"/>
                </a:cubicBezTo>
                <a:lnTo>
                  <a:pt x="187226" y="86082"/>
                </a:lnTo>
                <a:cubicBezTo>
                  <a:pt x="186809" y="89118"/>
                  <a:pt x="186214" y="92154"/>
                  <a:pt x="185440" y="95131"/>
                </a:cubicBezTo>
                <a:cubicBezTo>
                  <a:pt x="184666" y="98108"/>
                  <a:pt x="183594" y="101084"/>
                  <a:pt x="182463" y="103882"/>
                </a:cubicBezTo>
                <a:lnTo>
                  <a:pt x="196334" y="124718"/>
                </a:lnTo>
                <a:cubicBezTo>
                  <a:pt x="200501" y="130969"/>
                  <a:pt x="199668" y="139244"/>
                  <a:pt x="194370" y="144542"/>
                </a:cubicBezTo>
                <a:lnTo>
                  <a:pt x="182940" y="155972"/>
                </a:lnTo>
                <a:cubicBezTo>
                  <a:pt x="177641" y="161270"/>
                  <a:pt x="169366" y="162104"/>
                  <a:pt x="163116" y="157936"/>
                </a:cubicBezTo>
                <a:lnTo>
                  <a:pt x="142280" y="144066"/>
                </a:lnTo>
                <a:cubicBezTo>
                  <a:pt x="136624" y="146387"/>
                  <a:pt x="130612" y="148054"/>
                  <a:pt x="124480" y="148888"/>
                </a:cubicBezTo>
                <a:lnTo>
                  <a:pt x="113407" y="171271"/>
                </a:lnTo>
                <a:cubicBezTo>
                  <a:pt x="110073" y="177998"/>
                  <a:pt x="102453" y="181392"/>
                  <a:pt x="95250" y="179487"/>
                </a:cubicBezTo>
                <a:lnTo>
                  <a:pt x="79653" y="175320"/>
                </a:lnTo>
                <a:cubicBezTo>
                  <a:pt x="72390" y="173355"/>
                  <a:pt x="67568" y="166568"/>
                  <a:pt x="68044" y="159127"/>
                </a:cubicBezTo>
                <a:lnTo>
                  <a:pt x="69652" y="134183"/>
                </a:lnTo>
                <a:cubicBezTo>
                  <a:pt x="64710" y="130373"/>
                  <a:pt x="60365" y="125968"/>
                  <a:pt x="56614" y="121087"/>
                </a:cubicBezTo>
                <a:lnTo>
                  <a:pt x="31611" y="122694"/>
                </a:lnTo>
                <a:cubicBezTo>
                  <a:pt x="24170" y="123170"/>
                  <a:pt x="17383" y="118289"/>
                  <a:pt x="15419" y="111085"/>
                </a:cubicBezTo>
                <a:lnTo>
                  <a:pt x="11251" y="95488"/>
                </a:lnTo>
                <a:cubicBezTo>
                  <a:pt x="9346" y="88285"/>
                  <a:pt x="12740" y="80665"/>
                  <a:pt x="19467" y="77331"/>
                </a:cubicBezTo>
                <a:lnTo>
                  <a:pt x="41910" y="66258"/>
                </a:lnTo>
                <a:cubicBezTo>
                  <a:pt x="42327" y="63222"/>
                  <a:pt x="42922" y="60246"/>
                  <a:pt x="43696" y="57210"/>
                </a:cubicBezTo>
                <a:cubicBezTo>
                  <a:pt x="44529" y="54173"/>
                  <a:pt x="45482" y="51256"/>
                  <a:pt x="46673" y="48458"/>
                </a:cubicBezTo>
                <a:lnTo>
                  <a:pt x="32802" y="27682"/>
                </a:lnTo>
                <a:cubicBezTo>
                  <a:pt x="28635" y="21431"/>
                  <a:pt x="29468" y="13156"/>
                  <a:pt x="34766" y="7858"/>
                </a:cubicBezTo>
                <a:lnTo>
                  <a:pt x="46196" y="-3572"/>
                </a:lnTo>
                <a:cubicBezTo>
                  <a:pt x="51495" y="-8870"/>
                  <a:pt x="59769" y="-9704"/>
                  <a:pt x="66020" y="-5536"/>
                </a:cubicBezTo>
                <a:lnTo>
                  <a:pt x="86856" y="8334"/>
                </a:lnTo>
                <a:cubicBezTo>
                  <a:pt x="92512" y="6013"/>
                  <a:pt x="98524" y="4346"/>
                  <a:pt x="104656" y="3512"/>
                </a:cubicBezTo>
                <a:lnTo>
                  <a:pt x="115729" y="-18871"/>
                </a:lnTo>
                <a:cubicBezTo>
                  <a:pt x="119062" y="-25598"/>
                  <a:pt x="126623" y="-28992"/>
                  <a:pt x="133886" y="-27087"/>
                </a:cubicBezTo>
                <a:close/>
                <a:moveTo>
                  <a:pt x="114538" y="50006"/>
                </a:moveTo>
                <a:cubicBezTo>
                  <a:pt x="100081" y="50006"/>
                  <a:pt x="88344" y="61743"/>
                  <a:pt x="88344" y="76200"/>
                </a:cubicBezTo>
                <a:cubicBezTo>
                  <a:pt x="88344" y="90657"/>
                  <a:pt x="100081" y="102394"/>
                  <a:pt x="114538" y="102394"/>
                </a:cubicBezTo>
                <a:cubicBezTo>
                  <a:pt x="128995" y="102394"/>
                  <a:pt x="140732" y="90657"/>
                  <a:pt x="140732" y="76200"/>
                </a:cubicBezTo>
                <a:cubicBezTo>
                  <a:pt x="140732" y="61743"/>
                  <a:pt x="128995" y="50006"/>
                  <a:pt x="114538" y="50006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525000" y="2514600"/>
            <a:ext cx="1612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原生调度能力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10600" y="3276600"/>
            <a:ext cx="6908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充分利用</a:t>
            </a:r>
            <a:r>
              <a:rPr lang="en-US" sz="16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Kubernetes 原生调度器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，实现智能的资源分配和负载均衡，支持多种调度策略和自定义调度器扩展。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610600" y="42418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813800" y="4140200"/>
            <a:ext cx="193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支持资源亲和性调度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10600" y="46482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813800" y="4546600"/>
            <a:ext cx="314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支持自定义调度器（Volcano 等）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610600" y="50546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813800" y="49530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细粒度资源控制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8000" y="5892800"/>
            <a:ext cx="15240000" cy="2082800"/>
          </a:xfrm>
          <a:custGeom>
            <a:avLst/>
            <a:gdLst/>
            <a:ahLst/>
            <a:cxnLst/>
            <a:rect l="l" t="t" r="r" b="b"/>
            <a:pathLst>
              <a:path w="15240000" h="2082800">
                <a:moveTo>
                  <a:pt x="101599" y="0"/>
                </a:moveTo>
                <a:lnTo>
                  <a:pt x="15138401" y="0"/>
                </a:lnTo>
                <a:cubicBezTo>
                  <a:pt x="15194513" y="0"/>
                  <a:pt x="15240000" y="45487"/>
                  <a:pt x="15240000" y="101599"/>
                </a:cubicBezTo>
                <a:lnTo>
                  <a:pt x="15240000" y="1981201"/>
                </a:lnTo>
                <a:cubicBezTo>
                  <a:pt x="15240000" y="2037313"/>
                  <a:pt x="15194513" y="2082800"/>
                  <a:pt x="15138401" y="2082800"/>
                </a:cubicBezTo>
                <a:lnTo>
                  <a:pt x="101599" y="2082800"/>
                </a:lnTo>
                <a:cubicBezTo>
                  <a:pt x="45487" y="2082800"/>
                  <a:pt x="0" y="2037313"/>
                  <a:pt x="0" y="19812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12800" y="6197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1006475" y="63754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83344" y="15875"/>
                </a:moveTo>
                <a:lnTo>
                  <a:pt x="11906" y="15875"/>
                </a:lnTo>
                <a:cubicBezTo>
                  <a:pt x="5308" y="15875"/>
                  <a:pt x="0" y="21183"/>
                  <a:pt x="0" y="27781"/>
                </a:cubicBezTo>
                <a:lnTo>
                  <a:pt x="0" y="99219"/>
                </a:lnTo>
                <a:cubicBezTo>
                  <a:pt x="0" y="104031"/>
                  <a:pt x="2877" y="108396"/>
                  <a:pt x="7342" y="110232"/>
                </a:cubicBezTo>
                <a:cubicBezTo>
                  <a:pt x="11807" y="112068"/>
                  <a:pt x="16917" y="111026"/>
                  <a:pt x="20340" y="107652"/>
                </a:cubicBezTo>
                <a:lnTo>
                  <a:pt x="40184" y="87809"/>
                </a:lnTo>
                <a:lnTo>
                  <a:pt x="79375" y="127000"/>
                </a:lnTo>
                <a:lnTo>
                  <a:pt x="40184" y="166191"/>
                </a:lnTo>
                <a:lnTo>
                  <a:pt x="20340" y="146348"/>
                </a:lnTo>
                <a:cubicBezTo>
                  <a:pt x="16917" y="142925"/>
                  <a:pt x="11807" y="141932"/>
                  <a:pt x="7342" y="143768"/>
                </a:cubicBezTo>
                <a:cubicBezTo>
                  <a:pt x="2877" y="145604"/>
                  <a:pt x="0" y="149969"/>
                  <a:pt x="0" y="154781"/>
                </a:cubicBezTo>
                <a:lnTo>
                  <a:pt x="0" y="226219"/>
                </a:lnTo>
                <a:cubicBezTo>
                  <a:pt x="0" y="232817"/>
                  <a:pt x="5308" y="238125"/>
                  <a:pt x="11906" y="238125"/>
                </a:cubicBezTo>
                <a:lnTo>
                  <a:pt x="83344" y="238125"/>
                </a:lnTo>
                <a:cubicBezTo>
                  <a:pt x="88156" y="238125"/>
                  <a:pt x="92521" y="235248"/>
                  <a:pt x="94357" y="230783"/>
                </a:cubicBezTo>
                <a:cubicBezTo>
                  <a:pt x="96193" y="226318"/>
                  <a:pt x="95200" y="221208"/>
                  <a:pt x="91777" y="217785"/>
                </a:cubicBezTo>
                <a:lnTo>
                  <a:pt x="71934" y="197941"/>
                </a:lnTo>
                <a:lnTo>
                  <a:pt x="111125" y="158750"/>
                </a:lnTo>
                <a:lnTo>
                  <a:pt x="150316" y="197941"/>
                </a:lnTo>
                <a:lnTo>
                  <a:pt x="130473" y="217785"/>
                </a:lnTo>
                <a:cubicBezTo>
                  <a:pt x="127050" y="221208"/>
                  <a:pt x="126057" y="226318"/>
                  <a:pt x="127893" y="230783"/>
                </a:cubicBezTo>
                <a:cubicBezTo>
                  <a:pt x="129729" y="235248"/>
                  <a:pt x="134094" y="238125"/>
                  <a:pt x="138906" y="238125"/>
                </a:cubicBezTo>
                <a:lnTo>
                  <a:pt x="210344" y="238125"/>
                </a:lnTo>
                <a:cubicBezTo>
                  <a:pt x="216942" y="238125"/>
                  <a:pt x="222250" y="232817"/>
                  <a:pt x="222250" y="226219"/>
                </a:cubicBezTo>
                <a:lnTo>
                  <a:pt x="222250" y="154781"/>
                </a:lnTo>
                <a:cubicBezTo>
                  <a:pt x="222250" y="149969"/>
                  <a:pt x="219373" y="145604"/>
                  <a:pt x="214908" y="143768"/>
                </a:cubicBezTo>
                <a:cubicBezTo>
                  <a:pt x="210443" y="141932"/>
                  <a:pt x="205333" y="142925"/>
                  <a:pt x="201910" y="146348"/>
                </a:cubicBezTo>
                <a:lnTo>
                  <a:pt x="182066" y="166191"/>
                </a:lnTo>
                <a:lnTo>
                  <a:pt x="142875" y="127000"/>
                </a:lnTo>
                <a:lnTo>
                  <a:pt x="182066" y="87809"/>
                </a:lnTo>
                <a:lnTo>
                  <a:pt x="201910" y="107652"/>
                </a:lnTo>
                <a:cubicBezTo>
                  <a:pt x="205333" y="111075"/>
                  <a:pt x="210443" y="112068"/>
                  <a:pt x="214908" y="110232"/>
                </a:cubicBezTo>
                <a:cubicBezTo>
                  <a:pt x="219373" y="108396"/>
                  <a:pt x="222250" y="104031"/>
                  <a:pt x="222250" y="99219"/>
                </a:cubicBezTo>
                <a:lnTo>
                  <a:pt x="222250" y="27781"/>
                </a:lnTo>
                <a:cubicBezTo>
                  <a:pt x="222250" y="21183"/>
                  <a:pt x="216942" y="15875"/>
                  <a:pt x="210344" y="15875"/>
                </a:cubicBezTo>
                <a:lnTo>
                  <a:pt x="138906" y="15875"/>
                </a:lnTo>
                <a:cubicBezTo>
                  <a:pt x="134094" y="15875"/>
                  <a:pt x="129729" y="18752"/>
                  <a:pt x="127893" y="23217"/>
                </a:cubicBezTo>
                <a:cubicBezTo>
                  <a:pt x="126057" y="27682"/>
                  <a:pt x="127099" y="32792"/>
                  <a:pt x="130473" y="36215"/>
                </a:cubicBezTo>
                <a:lnTo>
                  <a:pt x="150316" y="56059"/>
                </a:lnTo>
                <a:lnTo>
                  <a:pt x="111125" y="95250"/>
                </a:lnTo>
                <a:lnTo>
                  <a:pt x="71934" y="56059"/>
                </a:lnTo>
                <a:lnTo>
                  <a:pt x="91777" y="36215"/>
                </a:lnTo>
                <a:cubicBezTo>
                  <a:pt x="95200" y="32792"/>
                  <a:pt x="96193" y="27682"/>
                  <a:pt x="94357" y="23217"/>
                </a:cubicBezTo>
                <a:cubicBezTo>
                  <a:pt x="92521" y="18752"/>
                  <a:pt x="88156" y="15875"/>
                  <a:pt x="83344" y="15875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625600" y="6299200"/>
            <a:ext cx="1612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弹性资源管理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12800" y="7010400"/>
            <a:ext cx="1473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 Kubernetes 的 Pod 抽象来管理 Spark 应用程序的</a:t>
            </a:r>
            <a:r>
              <a:rPr lang="en-US" sz="16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生命周期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，实现计算资源的</a:t>
            </a:r>
            <a:r>
              <a:rPr lang="en-US" sz="16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弹性伸缩和动态分配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，根据业务负载自动调整资源规模，显著提升资源利用率和成本效益。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COMPONENTS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架构核心组件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2032000"/>
            <a:ext cx="7442200" cy="2336800"/>
          </a:xfrm>
          <a:custGeom>
            <a:avLst/>
            <a:gdLst/>
            <a:ahLst/>
            <a:cxnLst/>
            <a:rect l="l" t="t" r="r" b="b"/>
            <a:pathLst>
              <a:path w="7442200" h="2336800">
                <a:moveTo>
                  <a:pt x="50800" y="0"/>
                </a:moveTo>
                <a:lnTo>
                  <a:pt x="7340596" y="0"/>
                </a:lnTo>
                <a:cubicBezTo>
                  <a:pt x="7396710" y="0"/>
                  <a:pt x="7442200" y="45490"/>
                  <a:pt x="7442200" y="101604"/>
                </a:cubicBezTo>
                <a:lnTo>
                  <a:pt x="7442200" y="2235196"/>
                </a:lnTo>
                <a:cubicBezTo>
                  <a:pt x="7442200" y="2291310"/>
                  <a:pt x="7396710" y="2336800"/>
                  <a:pt x="7340596" y="2336800"/>
                </a:cubicBezTo>
                <a:lnTo>
                  <a:pt x="50800" y="2336800"/>
                </a:lnTo>
                <a:cubicBezTo>
                  <a:pt x="22763" y="2336800"/>
                  <a:pt x="0" y="2314037"/>
                  <a:pt x="0" y="228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33400" y="2032000"/>
            <a:ext cx="50800" cy="2336800"/>
          </a:xfrm>
          <a:custGeom>
            <a:avLst/>
            <a:gdLst/>
            <a:ahLst/>
            <a:cxnLst/>
            <a:rect l="l" t="t" r="r" b="b"/>
            <a:pathLst>
              <a:path w="50800" h="2336800">
                <a:moveTo>
                  <a:pt x="50800" y="0"/>
                </a:moveTo>
                <a:lnTo>
                  <a:pt x="50800" y="0"/>
                </a:lnTo>
                <a:lnTo>
                  <a:pt x="50800" y="2336800"/>
                </a:lnTo>
                <a:lnTo>
                  <a:pt x="50800" y="2336800"/>
                </a:lnTo>
                <a:cubicBezTo>
                  <a:pt x="22763" y="2336800"/>
                  <a:pt x="0" y="2314037"/>
                  <a:pt x="0" y="228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12800" y="228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21854" y="2362200"/>
            <a:ext cx="203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73200" y="2362200"/>
            <a:ext cx="190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Spark Submit Client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2946400"/>
            <a:ext cx="7010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作为应用程序提交的入口点，负责与 Kubernetes API Server 交互，创建 Driver Pod，并监控应用执行状态。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800" y="37592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177800" y="0"/>
                </a:moveTo>
                <a:lnTo>
                  <a:pt x="838200" y="0"/>
                </a:lnTo>
                <a:cubicBezTo>
                  <a:pt x="936330" y="0"/>
                  <a:pt x="1016000" y="79670"/>
                  <a:pt x="1016000" y="177800"/>
                </a:cubicBezTo>
                <a:lnTo>
                  <a:pt x="1016000" y="177800"/>
                </a:lnTo>
                <a:cubicBezTo>
                  <a:pt x="1016000" y="275930"/>
                  <a:pt x="936330" y="355600"/>
                  <a:pt x="8382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12800" y="3759200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参数解析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930400" y="37592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177800" y="0"/>
                </a:moveTo>
                <a:lnTo>
                  <a:pt x="838200" y="0"/>
                </a:lnTo>
                <a:cubicBezTo>
                  <a:pt x="936330" y="0"/>
                  <a:pt x="1016000" y="79670"/>
                  <a:pt x="1016000" y="177800"/>
                </a:cubicBezTo>
                <a:lnTo>
                  <a:pt x="1016000" y="177800"/>
                </a:lnTo>
                <a:cubicBezTo>
                  <a:pt x="1016000" y="275930"/>
                  <a:pt x="936330" y="355600"/>
                  <a:pt x="8382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930400" y="3759200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状态监控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048000" y="37592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177800" y="0"/>
                </a:moveTo>
                <a:lnTo>
                  <a:pt x="838200" y="0"/>
                </a:lnTo>
                <a:cubicBezTo>
                  <a:pt x="936330" y="0"/>
                  <a:pt x="1016000" y="79670"/>
                  <a:pt x="1016000" y="177800"/>
                </a:cubicBezTo>
                <a:lnTo>
                  <a:pt x="1016000" y="177800"/>
                </a:lnTo>
                <a:cubicBezTo>
                  <a:pt x="1016000" y="275930"/>
                  <a:pt x="936330" y="355600"/>
                  <a:pt x="8382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048000" y="3759200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日志收集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05800" y="2032000"/>
            <a:ext cx="7442200" cy="2336800"/>
          </a:xfrm>
          <a:custGeom>
            <a:avLst/>
            <a:gdLst/>
            <a:ahLst/>
            <a:cxnLst/>
            <a:rect l="l" t="t" r="r" b="b"/>
            <a:pathLst>
              <a:path w="7442200" h="2336800">
                <a:moveTo>
                  <a:pt x="50800" y="0"/>
                </a:moveTo>
                <a:lnTo>
                  <a:pt x="7340596" y="0"/>
                </a:lnTo>
                <a:cubicBezTo>
                  <a:pt x="7396710" y="0"/>
                  <a:pt x="7442200" y="45490"/>
                  <a:pt x="7442200" y="101604"/>
                </a:cubicBezTo>
                <a:lnTo>
                  <a:pt x="7442200" y="2235196"/>
                </a:lnTo>
                <a:cubicBezTo>
                  <a:pt x="7442200" y="2291310"/>
                  <a:pt x="7396710" y="2336800"/>
                  <a:pt x="7340596" y="2336800"/>
                </a:cubicBezTo>
                <a:lnTo>
                  <a:pt x="50800" y="2336800"/>
                </a:lnTo>
                <a:cubicBezTo>
                  <a:pt x="22763" y="2336800"/>
                  <a:pt x="0" y="2314037"/>
                  <a:pt x="0" y="228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305800" y="2032000"/>
            <a:ext cx="50800" cy="2336800"/>
          </a:xfrm>
          <a:custGeom>
            <a:avLst/>
            <a:gdLst/>
            <a:ahLst/>
            <a:cxnLst/>
            <a:rect l="l" t="t" r="r" b="b"/>
            <a:pathLst>
              <a:path w="50800" h="2336800">
                <a:moveTo>
                  <a:pt x="50800" y="0"/>
                </a:moveTo>
                <a:lnTo>
                  <a:pt x="50800" y="0"/>
                </a:lnTo>
                <a:lnTo>
                  <a:pt x="50800" y="2336800"/>
                </a:lnTo>
                <a:lnTo>
                  <a:pt x="50800" y="2336800"/>
                </a:lnTo>
                <a:cubicBezTo>
                  <a:pt x="22763" y="2336800"/>
                  <a:pt x="0" y="2314037"/>
                  <a:pt x="0" y="228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585200" y="228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774906" y="2362200"/>
            <a:ext cx="241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45600" y="2362200"/>
            <a:ext cx="2171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Kubernetes API Server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85200" y="2946400"/>
            <a:ext cx="7010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集群的统一管理入口，负责认证授权、状态维护和资源操作，协调所有组件的交互。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85200" y="37592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177800" y="0"/>
                </a:moveTo>
                <a:lnTo>
                  <a:pt x="838200" y="0"/>
                </a:lnTo>
                <a:cubicBezTo>
                  <a:pt x="936330" y="0"/>
                  <a:pt x="1016000" y="79670"/>
                  <a:pt x="1016000" y="177800"/>
                </a:cubicBezTo>
                <a:lnTo>
                  <a:pt x="1016000" y="177800"/>
                </a:lnTo>
                <a:cubicBezTo>
                  <a:pt x="1016000" y="275930"/>
                  <a:pt x="936330" y="355600"/>
                  <a:pt x="8382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585200" y="3759200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认证授权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702800" y="37592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177800" y="0"/>
                </a:moveTo>
                <a:lnTo>
                  <a:pt x="838200" y="0"/>
                </a:lnTo>
                <a:cubicBezTo>
                  <a:pt x="936330" y="0"/>
                  <a:pt x="1016000" y="79670"/>
                  <a:pt x="1016000" y="177800"/>
                </a:cubicBezTo>
                <a:lnTo>
                  <a:pt x="1016000" y="177800"/>
                </a:lnTo>
                <a:cubicBezTo>
                  <a:pt x="1016000" y="275930"/>
                  <a:pt x="936330" y="355600"/>
                  <a:pt x="8382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9702800" y="3759200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状态维护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820400" y="37592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177800" y="0"/>
                </a:moveTo>
                <a:lnTo>
                  <a:pt x="838200" y="0"/>
                </a:lnTo>
                <a:cubicBezTo>
                  <a:pt x="936330" y="0"/>
                  <a:pt x="1016000" y="79670"/>
                  <a:pt x="1016000" y="177800"/>
                </a:cubicBezTo>
                <a:lnTo>
                  <a:pt x="1016000" y="177800"/>
                </a:lnTo>
                <a:cubicBezTo>
                  <a:pt x="1016000" y="275930"/>
                  <a:pt x="936330" y="355600"/>
                  <a:pt x="8382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0820400" y="3759200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资源调度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3400" y="4673600"/>
            <a:ext cx="7442200" cy="2006600"/>
          </a:xfrm>
          <a:custGeom>
            <a:avLst/>
            <a:gdLst/>
            <a:ahLst/>
            <a:cxnLst/>
            <a:rect l="l" t="t" r="r" b="b"/>
            <a:pathLst>
              <a:path w="7442200" h="2006600">
                <a:moveTo>
                  <a:pt x="50800" y="0"/>
                </a:moveTo>
                <a:lnTo>
                  <a:pt x="7340606" y="0"/>
                </a:lnTo>
                <a:cubicBezTo>
                  <a:pt x="7396715" y="0"/>
                  <a:pt x="7442200" y="45485"/>
                  <a:pt x="7442200" y="101594"/>
                </a:cubicBezTo>
                <a:lnTo>
                  <a:pt x="7442200" y="1905006"/>
                </a:lnTo>
                <a:cubicBezTo>
                  <a:pt x="7442200" y="1961115"/>
                  <a:pt x="7396715" y="2006600"/>
                  <a:pt x="7340606" y="2006600"/>
                </a:cubicBezTo>
                <a:lnTo>
                  <a:pt x="50800" y="2006600"/>
                </a:lnTo>
                <a:cubicBezTo>
                  <a:pt x="22744" y="2006600"/>
                  <a:pt x="0" y="1983856"/>
                  <a:pt x="0" y="1955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533400" y="4673600"/>
            <a:ext cx="50800" cy="2006600"/>
          </a:xfrm>
          <a:custGeom>
            <a:avLst/>
            <a:gdLst/>
            <a:ahLst/>
            <a:cxnLst/>
            <a:rect l="l" t="t" r="r" b="b"/>
            <a:pathLst>
              <a:path w="50800" h="2006600">
                <a:moveTo>
                  <a:pt x="50800" y="0"/>
                </a:moveTo>
                <a:lnTo>
                  <a:pt x="50800" y="0"/>
                </a:lnTo>
                <a:lnTo>
                  <a:pt x="50800" y="2006600"/>
                </a:lnTo>
                <a:lnTo>
                  <a:pt x="50800" y="2006600"/>
                </a:lnTo>
                <a:cubicBezTo>
                  <a:pt x="22763" y="2006600"/>
                  <a:pt x="0" y="1983837"/>
                  <a:pt x="0" y="1955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12800" y="4927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999530" y="5003800"/>
            <a:ext cx="25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73200" y="5003800"/>
            <a:ext cx="1079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Driver Pod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12800" y="5588000"/>
            <a:ext cx="7010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应用程序的核心协调者，负责任务调度、资源管理、状态监控和结果聚合。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2800" y="60706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177800" y="0"/>
                </a:moveTo>
                <a:lnTo>
                  <a:pt x="838200" y="0"/>
                </a:lnTo>
                <a:cubicBezTo>
                  <a:pt x="936330" y="0"/>
                  <a:pt x="1016000" y="79670"/>
                  <a:pt x="1016000" y="177800"/>
                </a:cubicBezTo>
                <a:lnTo>
                  <a:pt x="1016000" y="177800"/>
                </a:lnTo>
                <a:cubicBezTo>
                  <a:pt x="1016000" y="275930"/>
                  <a:pt x="936330" y="355600"/>
                  <a:pt x="8382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12800" y="6070600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任务调度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930400" y="60706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177800" y="0"/>
                </a:moveTo>
                <a:lnTo>
                  <a:pt x="838200" y="0"/>
                </a:lnTo>
                <a:cubicBezTo>
                  <a:pt x="936330" y="0"/>
                  <a:pt x="1016000" y="79670"/>
                  <a:pt x="1016000" y="177800"/>
                </a:cubicBezTo>
                <a:lnTo>
                  <a:pt x="1016000" y="177800"/>
                </a:lnTo>
                <a:cubicBezTo>
                  <a:pt x="1016000" y="275930"/>
                  <a:pt x="936330" y="355600"/>
                  <a:pt x="8382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930400" y="6070600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资源管理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048000" y="60706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177800" y="0"/>
                </a:moveTo>
                <a:lnTo>
                  <a:pt x="838200" y="0"/>
                </a:lnTo>
                <a:cubicBezTo>
                  <a:pt x="936330" y="0"/>
                  <a:pt x="1016000" y="79670"/>
                  <a:pt x="1016000" y="177800"/>
                </a:cubicBezTo>
                <a:lnTo>
                  <a:pt x="1016000" y="177800"/>
                </a:lnTo>
                <a:cubicBezTo>
                  <a:pt x="1016000" y="275930"/>
                  <a:pt x="936330" y="355600"/>
                  <a:pt x="8382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3048000" y="6070600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故障恢复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05800" y="4673600"/>
            <a:ext cx="7442200" cy="2006600"/>
          </a:xfrm>
          <a:custGeom>
            <a:avLst/>
            <a:gdLst/>
            <a:ahLst/>
            <a:cxnLst/>
            <a:rect l="l" t="t" r="r" b="b"/>
            <a:pathLst>
              <a:path w="7442200" h="2006600">
                <a:moveTo>
                  <a:pt x="50800" y="0"/>
                </a:moveTo>
                <a:lnTo>
                  <a:pt x="7340606" y="0"/>
                </a:lnTo>
                <a:cubicBezTo>
                  <a:pt x="7396715" y="0"/>
                  <a:pt x="7442200" y="45485"/>
                  <a:pt x="7442200" y="101594"/>
                </a:cubicBezTo>
                <a:lnTo>
                  <a:pt x="7442200" y="1905006"/>
                </a:lnTo>
                <a:cubicBezTo>
                  <a:pt x="7442200" y="1961115"/>
                  <a:pt x="7396715" y="2006600"/>
                  <a:pt x="7340606" y="2006600"/>
                </a:cubicBezTo>
                <a:lnTo>
                  <a:pt x="50800" y="2006600"/>
                </a:lnTo>
                <a:cubicBezTo>
                  <a:pt x="22744" y="2006600"/>
                  <a:pt x="0" y="1983856"/>
                  <a:pt x="0" y="1955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8305800" y="4673600"/>
            <a:ext cx="50800" cy="2006600"/>
          </a:xfrm>
          <a:custGeom>
            <a:avLst/>
            <a:gdLst/>
            <a:ahLst/>
            <a:cxnLst/>
            <a:rect l="l" t="t" r="r" b="b"/>
            <a:pathLst>
              <a:path w="50800" h="2006600">
                <a:moveTo>
                  <a:pt x="50800" y="0"/>
                </a:moveTo>
                <a:lnTo>
                  <a:pt x="50800" y="0"/>
                </a:lnTo>
                <a:lnTo>
                  <a:pt x="50800" y="2006600"/>
                </a:lnTo>
                <a:lnTo>
                  <a:pt x="50800" y="2006600"/>
                </a:lnTo>
                <a:cubicBezTo>
                  <a:pt x="22763" y="2006600"/>
                  <a:pt x="0" y="1983837"/>
                  <a:pt x="0" y="1955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8585200" y="4927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772128" y="5003800"/>
            <a:ext cx="25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245600" y="5003800"/>
            <a:ext cx="142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Executor Pods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585200" y="5588000"/>
            <a:ext cx="7010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任务执行的工作节点，作为独立 Pod 运行，支持动态创建和销毁。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585200" y="60706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177800" y="0"/>
                </a:moveTo>
                <a:lnTo>
                  <a:pt x="838200" y="0"/>
                </a:lnTo>
                <a:cubicBezTo>
                  <a:pt x="936330" y="0"/>
                  <a:pt x="1016000" y="79670"/>
                  <a:pt x="1016000" y="177800"/>
                </a:cubicBezTo>
                <a:lnTo>
                  <a:pt x="1016000" y="177800"/>
                </a:lnTo>
                <a:cubicBezTo>
                  <a:pt x="1016000" y="275930"/>
                  <a:pt x="936330" y="355600"/>
                  <a:pt x="8382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585200" y="6070600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任务执行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702800" y="60706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177800" y="0"/>
                </a:moveTo>
                <a:lnTo>
                  <a:pt x="838200" y="0"/>
                </a:lnTo>
                <a:cubicBezTo>
                  <a:pt x="936330" y="0"/>
                  <a:pt x="1016000" y="79670"/>
                  <a:pt x="1016000" y="177800"/>
                </a:cubicBezTo>
                <a:lnTo>
                  <a:pt x="1016000" y="177800"/>
                </a:lnTo>
                <a:cubicBezTo>
                  <a:pt x="1016000" y="275930"/>
                  <a:pt x="936330" y="355600"/>
                  <a:pt x="8382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9702800" y="6070600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数据缓存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0820400" y="60706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177800" y="0"/>
                </a:moveTo>
                <a:lnTo>
                  <a:pt x="838200" y="0"/>
                </a:lnTo>
                <a:cubicBezTo>
                  <a:pt x="936330" y="0"/>
                  <a:pt x="1016000" y="79670"/>
                  <a:pt x="1016000" y="177800"/>
                </a:cubicBezTo>
                <a:lnTo>
                  <a:pt x="1016000" y="177800"/>
                </a:lnTo>
                <a:cubicBezTo>
                  <a:pt x="1016000" y="275930"/>
                  <a:pt x="936330" y="355600"/>
                  <a:pt x="8382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0820400" y="6070600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资源隔离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08000" y="6985000"/>
            <a:ext cx="15240000" cy="711200"/>
          </a:xfrm>
          <a:custGeom>
            <a:avLst/>
            <a:gdLst/>
            <a:ahLst/>
            <a:cxnLst/>
            <a:rect l="l" t="t" r="r" b="b"/>
            <a:pathLst>
              <a:path w="15240000" h="711200">
                <a:moveTo>
                  <a:pt x="101602" y="0"/>
                </a:moveTo>
                <a:lnTo>
                  <a:pt x="15138398" y="0"/>
                </a:lnTo>
                <a:cubicBezTo>
                  <a:pt x="15194511" y="0"/>
                  <a:pt x="15240000" y="45489"/>
                  <a:pt x="15240000" y="101602"/>
                </a:cubicBezTo>
                <a:lnTo>
                  <a:pt x="15240000" y="609598"/>
                </a:lnTo>
                <a:cubicBezTo>
                  <a:pt x="15240000" y="665711"/>
                  <a:pt x="15194511" y="711200"/>
                  <a:pt x="151383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4095849" y="7239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4426049" y="7188200"/>
            <a:ext cx="76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Submit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511502" y="71882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37304" y="138946"/>
                </a:moveTo>
                <a:cubicBezTo>
                  <a:pt x="344745" y="146387"/>
                  <a:pt x="344745" y="158472"/>
                  <a:pt x="337304" y="165914"/>
                </a:cubicBezTo>
                <a:lnTo>
                  <a:pt x="261104" y="242114"/>
                </a:lnTo>
                <a:cubicBezTo>
                  <a:pt x="255627" y="247590"/>
                  <a:pt x="247471" y="249198"/>
                  <a:pt x="240328" y="246221"/>
                </a:cubicBezTo>
                <a:cubicBezTo>
                  <a:pt x="233184" y="243245"/>
                  <a:pt x="228600" y="236280"/>
                  <a:pt x="228600" y="228600"/>
                </a:cubicBezTo>
                <a:lnTo>
                  <a:pt x="228600" y="190500"/>
                </a:lnTo>
                <a:lnTo>
                  <a:pt x="28575" y="190500"/>
                </a:lnTo>
                <a:cubicBezTo>
                  <a:pt x="12799" y="190500"/>
                  <a:pt x="0" y="177701"/>
                  <a:pt x="0" y="161925"/>
                </a:cubicBezTo>
                <a:lnTo>
                  <a:pt x="0" y="142875"/>
                </a:lnTo>
                <a:cubicBezTo>
                  <a:pt x="0" y="127099"/>
                  <a:pt x="12799" y="114300"/>
                  <a:pt x="28575" y="114300"/>
                </a:cubicBezTo>
                <a:lnTo>
                  <a:pt x="228600" y="114300"/>
                </a:lnTo>
                <a:lnTo>
                  <a:pt x="228600" y="76200"/>
                </a:lnTo>
                <a:cubicBezTo>
                  <a:pt x="228600" y="68520"/>
                  <a:pt x="233243" y="61555"/>
                  <a:pt x="240387" y="58579"/>
                </a:cubicBezTo>
                <a:cubicBezTo>
                  <a:pt x="247531" y="55602"/>
                  <a:pt x="255687" y="57269"/>
                  <a:pt x="261164" y="62686"/>
                </a:cubicBezTo>
                <a:lnTo>
                  <a:pt x="337364" y="138886"/>
                </a:ln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6317952" y="72390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25400" y="12700"/>
                </a:moveTo>
                <a:cubicBezTo>
                  <a:pt x="11390" y="12700"/>
                  <a:pt x="0" y="24090"/>
                  <a:pt x="0" y="38100"/>
                </a:cubicBezTo>
                <a:lnTo>
                  <a:pt x="0" y="63500"/>
                </a:lnTo>
                <a:cubicBezTo>
                  <a:pt x="0" y="77510"/>
                  <a:pt x="11390" y="88900"/>
                  <a:pt x="25400" y="88900"/>
                </a:cubicBezTo>
                <a:lnTo>
                  <a:pt x="152400" y="88900"/>
                </a:lnTo>
                <a:cubicBezTo>
                  <a:pt x="166410" y="88900"/>
                  <a:pt x="177800" y="77510"/>
                  <a:pt x="177800" y="63500"/>
                </a:cubicBezTo>
                <a:lnTo>
                  <a:pt x="177800" y="38100"/>
                </a:lnTo>
                <a:cubicBezTo>
                  <a:pt x="177800" y="24090"/>
                  <a:pt x="166410" y="12700"/>
                  <a:pt x="152400" y="12700"/>
                </a:cubicBezTo>
                <a:lnTo>
                  <a:pt x="25400" y="12700"/>
                </a:lnTo>
                <a:close/>
                <a:moveTo>
                  <a:pt x="111125" y="41275"/>
                </a:moveTo>
                <a:cubicBezTo>
                  <a:pt x="116382" y="41275"/>
                  <a:pt x="120650" y="45543"/>
                  <a:pt x="120650" y="50800"/>
                </a:cubicBezTo>
                <a:cubicBezTo>
                  <a:pt x="120650" y="56057"/>
                  <a:pt x="116382" y="60325"/>
                  <a:pt x="111125" y="60325"/>
                </a:cubicBezTo>
                <a:cubicBezTo>
                  <a:pt x="105868" y="60325"/>
                  <a:pt x="101600" y="56057"/>
                  <a:pt x="101600" y="50800"/>
                </a:cubicBezTo>
                <a:cubicBezTo>
                  <a:pt x="101600" y="45543"/>
                  <a:pt x="105868" y="41275"/>
                  <a:pt x="111125" y="41275"/>
                </a:cubicBezTo>
                <a:close/>
                <a:moveTo>
                  <a:pt x="133350" y="50800"/>
                </a:moveTo>
                <a:cubicBezTo>
                  <a:pt x="133350" y="45543"/>
                  <a:pt x="137618" y="41275"/>
                  <a:pt x="142875" y="41275"/>
                </a:cubicBezTo>
                <a:cubicBezTo>
                  <a:pt x="148132" y="41275"/>
                  <a:pt x="152400" y="45543"/>
                  <a:pt x="152400" y="50800"/>
                </a:cubicBezTo>
                <a:cubicBezTo>
                  <a:pt x="152400" y="56057"/>
                  <a:pt x="148132" y="60325"/>
                  <a:pt x="142875" y="60325"/>
                </a:cubicBezTo>
                <a:cubicBezTo>
                  <a:pt x="137618" y="60325"/>
                  <a:pt x="133350" y="56057"/>
                  <a:pt x="133350" y="50800"/>
                </a:cubicBezTo>
                <a:close/>
                <a:moveTo>
                  <a:pt x="25400" y="114300"/>
                </a:moveTo>
                <a:cubicBezTo>
                  <a:pt x="11390" y="114300"/>
                  <a:pt x="0" y="125690"/>
                  <a:pt x="0" y="139700"/>
                </a:cubicBezTo>
                <a:lnTo>
                  <a:pt x="0" y="165100"/>
                </a:lnTo>
                <a:cubicBezTo>
                  <a:pt x="0" y="179110"/>
                  <a:pt x="11390" y="190500"/>
                  <a:pt x="25400" y="190500"/>
                </a:cubicBezTo>
                <a:lnTo>
                  <a:pt x="152400" y="190500"/>
                </a:lnTo>
                <a:cubicBezTo>
                  <a:pt x="166410" y="190500"/>
                  <a:pt x="177800" y="179110"/>
                  <a:pt x="177800" y="165100"/>
                </a:cubicBezTo>
                <a:lnTo>
                  <a:pt x="177800" y="139700"/>
                </a:lnTo>
                <a:cubicBezTo>
                  <a:pt x="177800" y="125690"/>
                  <a:pt x="166410" y="114300"/>
                  <a:pt x="152400" y="114300"/>
                </a:cubicBezTo>
                <a:lnTo>
                  <a:pt x="25400" y="114300"/>
                </a:lnTo>
                <a:close/>
                <a:moveTo>
                  <a:pt x="111125" y="142875"/>
                </a:moveTo>
                <a:cubicBezTo>
                  <a:pt x="116382" y="142875"/>
                  <a:pt x="120650" y="147143"/>
                  <a:pt x="120650" y="152400"/>
                </a:cubicBezTo>
                <a:cubicBezTo>
                  <a:pt x="120650" y="157657"/>
                  <a:pt x="116382" y="161925"/>
                  <a:pt x="111125" y="161925"/>
                </a:cubicBezTo>
                <a:cubicBezTo>
                  <a:pt x="105868" y="161925"/>
                  <a:pt x="101600" y="157657"/>
                  <a:pt x="101600" y="152400"/>
                </a:cubicBezTo>
                <a:cubicBezTo>
                  <a:pt x="101600" y="147143"/>
                  <a:pt x="105868" y="142875"/>
                  <a:pt x="111125" y="142875"/>
                </a:cubicBezTo>
                <a:close/>
                <a:moveTo>
                  <a:pt x="133350" y="152400"/>
                </a:moveTo>
                <a:cubicBezTo>
                  <a:pt x="133350" y="147143"/>
                  <a:pt x="137618" y="142875"/>
                  <a:pt x="142875" y="142875"/>
                </a:cubicBezTo>
                <a:cubicBezTo>
                  <a:pt x="148132" y="142875"/>
                  <a:pt x="152400" y="147143"/>
                  <a:pt x="152400" y="152400"/>
                </a:cubicBezTo>
                <a:cubicBezTo>
                  <a:pt x="152400" y="157657"/>
                  <a:pt x="148132" y="161925"/>
                  <a:pt x="142875" y="161925"/>
                </a:cubicBezTo>
                <a:cubicBezTo>
                  <a:pt x="137618" y="161925"/>
                  <a:pt x="133350" y="157657"/>
                  <a:pt x="133350" y="15240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6635452" y="7188200"/>
            <a:ext cx="106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 Server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029972" y="71882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37304" y="138946"/>
                </a:moveTo>
                <a:cubicBezTo>
                  <a:pt x="344745" y="146387"/>
                  <a:pt x="344745" y="158472"/>
                  <a:pt x="337304" y="165914"/>
                </a:cubicBezTo>
                <a:lnTo>
                  <a:pt x="261104" y="242114"/>
                </a:lnTo>
                <a:cubicBezTo>
                  <a:pt x="255627" y="247590"/>
                  <a:pt x="247471" y="249198"/>
                  <a:pt x="240328" y="246221"/>
                </a:cubicBezTo>
                <a:cubicBezTo>
                  <a:pt x="233184" y="243245"/>
                  <a:pt x="228600" y="236280"/>
                  <a:pt x="228600" y="228600"/>
                </a:cubicBezTo>
                <a:lnTo>
                  <a:pt x="228600" y="190500"/>
                </a:lnTo>
                <a:lnTo>
                  <a:pt x="28575" y="190500"/>
                </a:lnTo>
                <a:cubicBezTo>
                  <a:pt x="12799" y="190500"/>
                  <a:pt x="0" y="177701"/>
                  <a:pt x="0" y="161925"/>
                </a:cubicBezTo>
                <a:lnTo>
                  <a:pt x="0" y="142875"/>
                </a:lnTo>
                <a:cubicBezTo>
                  <a:pt x="0" y="127099"/>
                  <a:pt x="12799" y="114300"/>
                  <a:pt x="28575" y="114300"/>
                </a:cubicBezTo>
                <a:lnTo>
                  <a:pt x="228600" y="114300"/>
                </a:lnTo>
                <a:lnTo>
                  <a:pt x="228600" y="76200"/>
                </a:lnTo>
                <a:cubicBezTo>
                  <a:pt x="228600" y="68520"/>
                  <a:pt x="233243" y="61555"/>
                  <a:pt x="240387" y="58579"/>
                </a:cubicBezTo>
                <a:cubicBezTo>
                  <a:pt x="247531" y="55602"/>
                  <a:pt x="255687" y="57269"/>
                  <a:pt x="261164" y="62686"/>
                </a:cubicBezTo>
                <a:lnTo>
                  <a:pt x="337364" y="138886"/>
                </a:ln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8836422" y="72390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88900" y="98425"/>
                </a:moveTo>
                <a:cubicBezTo>
                  <a:pt x="62615" y="98425"/>
                  <a:pt x="41275" y="77085"/>
                  <a:pt x="41275" y="50800"/>
                </a:cubicBezTo>
                <a:cubicBezTo>
                  <a:pt x="41275" y="24515"/>
                  <a:pt x="62615" y="3175"/>
                  <a:pt x="88900" y="3175"/>
                </a:cubicBezTo>
                <a:cubicBezTo>
                  <a:pt x="115185" y="3175"/>
                  <a:pt x="136525" y="24515"/>
                  <a:pt x="136525" y="50800"/>
                </a:cubicBezTo>
                <a:cubicBezTo>
                  <a:pt x="136525" y="77085"/>
                  <a:pt x="115185" y="98425"/>
                  <a:pt x="88900" y="98425"/>
                </a:cubicBezTo>
                <a:close/>
                <a:moveTo>
                  <a:pt x="76795" y="120650"/>
                </a:moveTo>
                <a:lnTo>
                  <a:pt x="101005" y="120650"/>
                </a:lnTo>
                <a:cubicBezTo>
                  <a:pt x="104854" y="120650"/>
                  <a:pt x="107950" y="123746"/>
                  <a:pt x="107950" y="127595"/>
                </a:cubicBezTo>
                <a:cubicBezTo>
                  <a:pt x="107950" y="129262"/>
                  <a:pt x="107355" y="130850"/>
                  <a:pt x="106283" y="132120"/>
                </a:cubicBezTo>
                <a:lnTo>
                  <a:pt x="95409" y="144820"/>
                </a:lnTo>
                <a:lnTo>
                  <a:pt x="107712" y="190500"/>
                </a:lnTo>
                <a:lnTo>
                  <a:pt x="107950" y="190500"/>
                </a:lnTo>
                <a:lnTo>
                  <a:pt x="121682" y="135533"/>
                </a:lnTo>
                <a:cubicBezTo>
                  <a:pt x="122555" y="132080"/>
                  <a:pt x="126087" y="129977"/>
                  <a:pt x="129421" y="131247"/>
                </a:cubicBezTo>
                <a:cubicBezTo>
                  <a:pt x="153988" y="140613"/>
                  <a:pt x="171450" y="164425"/>
                  <a:pt x="171450" y="192286"/>
                </a:cubicBezTo>
                <a:cubicBezTo>
                  <a:pt x="171450" y="198279"/>
                  <a:pt x="166568" y="203160"/>
                  <a:pt x="160576" y="203160"/>
                </a:cubicBezTo>
                <a:lnTo>
                  <a:pt x="17224" y="203200"/>
                </a:lnTo>
                <a:cubicBezTo>
                  <a:pt x="11232" y="203200"/>
                  <a:pt x="6350" y="198318"/>
                  <a:pt x="6350" y="192326"/>
                </a:cubicBezTo>
                <a:cubicBezTo>
                  <a:pt x="6350" y="164465"/>
                  <a:pt x="23813" y="140653"/>
                  <a:pt x="48379" y="131286"/>
                </a:cubicBezTo>
                <a:cubicBezTo>
                  <a:pt x="51713" y="130016"/>
                  <a:pt x="55245" y="132120"/>
                  <a:pt x="56118" y="135573"/>
                </a:cubicBezTo>
                <a:lnTo>
                  <a:pt x="69850" y="190540"/>
                </a:lnTo>
                <a:lnTo>
                  <a:pt x="70088" y="190540"/>
                </a:lnTo>
                <a:lnTo>
                  <a:pt x="82391" y="144859"/>
                </a:lnTo>
                <a:lnTo>
                  <a:pt x="71517" y="132159"/>
                </a:lnTo>
                <a:cubicBezTo>
                  <a:pt x="70445" y="130889"/>
                  <a:pt x="69850" y="129302"/>
                  <a:pt x="69850" y="127635"/>
                </a:cubicBezTo>
                <a:cubicBezTo>
                  <a:pt x="69850" y="123785"/>
                  <a:pt x="72946" y="120690"/>
                  <a:pt x="76795" y="12069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9153922" y="7188200"/>
            <a:ext cx="67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Driver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0146109" y="71882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37304" y="138946"/>
                </a:moveTo>
                <a:cubicBezTo>
                  <a:pt x="344745" y="146387"/>
                  <a:pt x="344745" y="158472"/>
                  <a:pt x="337304" y="165914"/>
                </a:cubicBezTo>
                <a:lnTo>
                  <a:pt x="261104" y="242114"/>
                </a:lnTo>
                <a:cubicBezTo>
                  <a:pt x="255627" y="247590"/>
                  <a:pt x="247471" y="249198"/>
                  <a:pt x="240328" y="246221"/>
                </a:cubicBezTo>
                <a:cubicBezTo>
                  <a:pt x="233184" y="243245"/>
                  <a:pt x="228600" y="236280"/>
                  <a:pt x="228600" y="228600"/>
                </a:cubicBezTo>
                <a:lnTo>
                  <a:pt x="228600" y="190500"/>
                </a:lnTo>
                <a:lnTo>
                  <a:pt x="28575" y="190500"/>
                </a:lnTo>
                <a:cubicBezTo>
                  <a:pt x="12799" y="190500"/>
                  <a:pt x="0" y="177701"/>
                  <a:pt x="0" y="161925"/>
                </a:cubicBezTo>
                <a:lnTo>
                  <a:pt x="0" y="142875"/>
                </a:lnTo>
                <a:cubicBezTo>
                  <a:pt x="0" y="127099"/>
                  <a:pt x="12799" y="114300"/>
                  <a:pt x="28575" y="114300"/>
                </a:cubicBezTo>
                <a:lnTo>
                  <a:pt x="228600" y="114300"/>
                </a:lnTo>
                <a:lnTo>
                  <a:pt x="228600" y="76200"/>
                </a:lnTo>
                <a:cubicBezTo>
                  <a:pt x="228600" y="68520"/>
                  <a:pt x="233243" y="61555"/>
                  <a:pt x="240387" y="58579"/>
                </a:cubicBezTo>
                <a:cubicBezTo>
                  <a:pt x="247531" y="55602"/>
                  <a:pt x="255687" y="57269"/>
                  <a:pt x="261164" y="62686"/>
                </a:cubicBezTo>
                <a:lnTo>
                  <a:pt x="337364" y="138886"/>
                </a:ln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10914459" y="723900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127000" y="6350"/>
                </a:moveTo>
                <a:cubicBezTo>
                  <a:pt x="149780" y="6350"/>
                  <a:pt x="168275" y="24845"/>
                  <a:pt x="168275" y="47625"/>
                </a:cubicBezTo>
                <a:cubicBezTo>
                  <a:pt x="168275" y="70405"/>
                  <a:pt x="149780" y="88900"/>
                  <a:pt x="127000" y="88900"/>
                </a:cubicBezTo>
                <a:cubicBezTo>
                  <a:pt x="104220" y="88900"/>
                  <a:pt x="85725" y="70405"/>
                  <a:pt x="85725" y="47625"/>
                </a:cubicBezTo>
                <a:cubicBezTo>
                  <a:pt x="85725" y="24845"/>
                  <a:pt x="104220" y="6350"/>
                  <a:pt x="127000" y="6350"/>
                </a:cubicBezTo>
                <a:close/>
                <a:moveTo>
                  <a:pt x="38100" y="34925"/>
                </a:moveTo>
                <a:cubicBezTo>
                  <a:pt x="53871" y="34925"/>
                  <a:pt x="66675" y="47729"/>
                  <a:pt x="66675" y="63500"/>
                </a:cubicBezTo>
                <a:cubicBezTo>
                  <a:pt x="66675" y="79271"/>
                  <a:pt x="53871" y="92075"/>
                  <a:pt x="38100" y="92075"/>
                </a:cubicBezTo>
                <a:cubicBezTo>
                  <a:pt x="22329" y="92075"/>
                  <a:pt x="9525" y="79271"/>
                  <a:pt x="9525" y="63500"/>
                </a:cubicBezTo>
                <a:cubicBezTo>
                  <a:pt x="9525" y="47729"/>
                  <a:pt x="22329" y="34925"/>
                  <a:pt x="38100" y="34925"/>
                </a:cubicBezTo>
                <a:close/>
                <a:moveTo>
                  <a:pt x="0" y="165100"/>
                </a:moveTo>
                <a:cubicBezTo>
                  <a:pt x="0" y="137041"/>
                  <a:pt x="22741" y="114300"/>
                  <a:pt x="50800" y="114300"/>
                </a:cubicBezTo>
                <a:cubicBezTo>
                  <a:pt x="55880" y="114300"/>
                  <a:pt x="60801" y="115054"/>
                  <a:pt x="65445" y="116443"/>
                </a:cubicBezTo>
                <a:cubicBezTo>
                  <a:pt x="52388" y="131048"/>
                  <a:pt x="44450" y="150336"/>
                  <a:pt x="44450" y="171450"/>
                </a:cubicBezTo>
                <a:lnTo>
                  <a:pt x="44450" y="177800"/>
                </a:lnTo>
                <a:cubicBezTo>
                  <a:pt x="44450" y="182324"/>
                  <a:pt x="45403" y="186611"/>
                  <a:pt x="47109" y="190500"/>
                </a:cubicBezTo>
                <a:lnTo>
                  <a:pt x="12700" y="190500"/>
                </a:lnTo>
                <a:cubicBezTo>
                  <a:pt x="5675" y="190500"/>
                  <a:pt x="0" y="184825"/>
                  <a:pt x="0" y="177800"/>
                </a:cubicBezTo>
                <a:lnTo>
                  <a:pt x="0" y="165100"/>
                </a:lnTo>
                <a:close/>
                <a:moveTo>
                  <a:pt x="206891" y="190500"/>
                </a:moveTo>
                <a:cubicBezTo>
                  <a:pt x="208597" y="186611"/>
                  <a:pt x="209550" y="182324"/>
                  <a:pt x="209550" y="177800"/>
                </a:cubicBezTo>
                <a:lnTo>
                  <a:pt x="209550" y="171450"/>
                </a:lnTo>
                <a:cubicBezTo>
                  <a:pt x="209550" y="150336"/>
                  <a:pt x="201613" y="131048"/>
                  <a:pt x="188555" y="116443"/>
                </a:cubicBezTo>
                <a:cubicBezTo>
                  <a:pt x="193199" y="115054"/>
                  <a:pt x="198120" y="114300"/>
                  <a:pt x="203200" y="114300"/>
                </a:cubicBezTo>
                <a:cubicBezTo>
                  <a:pt x="231259" y="114300"/>
                  <a:pt x="254000" y="137041"/>
                  <a:pt x="254000" y="165100"/>
                </a:cubicBezTo>
                <a:lnTo>
                  <a:pt x="254000" y="177800"/>
                </a:lnTo>
                <a:cubicBezTo>
                  <a:pt x="254000" y="184825"/>
                  <a:pt x="248325" y="190500"/>
                  <a:pt x="241300" y="190500"/>
                </a:cubicBezTo>
                <a:lnTo>
                  <a:pt x="206891" y="190500"/>
                </a:lnTo>
                <a:close/>
                <a:moveTo>
                  <a:pt x="187325" y="63500"/>
                </a:moveTo>
                <a:cubicBezTo>
                  <a:pt x="187325" y="47729"/>
                  <a:pt x="200129" y="34925"/>
                  <a:pt x="215900" y="34925"/>
                </a:cubicBezTo>
                <a:cubicBezTo>
                  <a:pt x="231671" y="34925"/>
                  <a:pt x="244475" y="47729"/>
                  <a:pt x="244475" y="63500"/>
                </a:cubicBezTo>
                <a:cubicBezTo>
                  <a:pt x="244475" y="79271"/>
                  <a:pt x="231671" y="92075"/>
                  <a:pt x="215900" y="92075"/>
                </a:cubicBezTo>
                <a:cubicBezTo>
                  <a:pt x="200129" y="92075"/>
                  <a:pt x="187325" y="79271"/>
                  <a:pt x="187325" y="63500"/>
                </a:cubicBezTo>
                <a:close/>
                <a:moveTo>
                  <a:pt x="63500" y="171450"/>
                </a:moveTo>
                <a:cubicBezTo>
                  <a:pt x="63500" y="136366"/>
                  <a:pt x="91916" y="107950"/>
                  <a:pt x="127000" y="107950"/>
                </a:cubicBezTo>
                <a:cubicBezTo>
                  <a:pt x="162084" y="107950"/>
                  <a:pt x="190500" y="136366"/>
                  <a:pt x="190500" y="171450"/>
                </a:cubicBezTo>
                <a:lnTo>
                  <a:pt x="190500" y="177800"/>
                </a:lnTo>
                <a:cubicBezTo>
                  <a:pt x="190500" y="184825"/>
                  <a:pt x="184825" y="190500"/>
                  <a:pt x="177800" y="190500"/>
                </a:cubicBezTo>
                <a:lnTo>
                  <a:pt x="76200" y="190500"/>
                </a:lnTo>
                <a:cubicBezTo>
                  <a:pt x="69175" y="190500"/>
                  <a:pt x="63500" y="184825"/>
                  <a:pt x="63500" y="177800"/>
                </a:cubicBezTo>
                <a:lnTo>
                  <a:pt x="63500" y="171450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11270059" y="7188200"/>
            <a:ext cx="101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Executors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8268" y="498268"/>
            <a:ext cx="15359117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9" b="1" kern="0" spc="78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ADVANTAGES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98268" y="896883"/>
            <a:ext cx="15483684" cy="498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31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架构优势分析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98268" y="1544631"/>
            <a:ext cx="1195844" cy="49827"/>
          </a:xfrm>
          <a:custGeom>
            <a:avLst/>
            <a:gdLst/>
            <a:ahLst/>
            <a:cxnLst/>
            <a:rect l="l" t="t" r="r" b="b"/>
            <a:pathLst>
              <a:path w="1195844" h="49827">
                <a:moveTo>
                  <a:pt x="0" y="0"/>
                </a:moveTo>
                <a:lnTo>
                  <a:pt x="1195844" y="0"/>
                </a:lnTo>
                <a:lnTo>
                  <a:pt x="1195844" y="49827"/>
                </a:lnTo>
                <a:lnTo>
                  <a:pt x="0" y="49827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10725" y="2005530"/>
            <a:ext cx="4932855" cy="2690648"/>
          </a:xfrm>
          <a:custGeom>
            <a:avLst/>
            <a:gdLst/>
            <a:ahLst/>
            <a:cxnLst/>
            <a:rect l="l" t="t" r="r" b="b"/>
            <a:pathLst>
              <a:path w="4932855" h="2690648">
                <a:moveTo>
                  <a:pt x="99662" y="0"/>
                </a:moveTo>
                <a:lnTo>
                  <a:pt x="4833194" y="0"/>
                </a:lnTo>
                <a:cubicBezTo>
                  <a:pt x="4888235" y="0"/>
                  <a:pt x="4932855" y="44620"/>
                  <a:pt x="4932855" y="99662"/>
                </a:cubicBezTo>
                <a:lnTo>
                  <a:pt x="4932855" y="2590987"/>
                </a:lnTo>
                <a:cubicBezTo>
                  <a:pt x="4932855" y="2646028"/>
                  <a:pt x="4888235" y="2690648"/>
                  <a:pt x="4833194" y="2690648"/>
                </a:cubicBezTo>
                <a:lnTo>
                  <a:pt x="99662" y="2690648"/>
                </a:lnTo>
                <a:cubicBezTo>
                  <a:pt x="44620" y="2690648"/>
                  <a:pt x="0" y="2646028"/>
                  <a:pt x="0" y="2590987"/>
                </a:cubicBezTo>
                <a:lnTo>
                  <a:pt x="0" y="99662"/>
                </a:lnTo>
                <a:cubicBezTo>
                  <a:pt x="0" y="44657"/>
                  <a:pt x="44657" y="0"/>
                  <a:pt x="99662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72316" y="2267120"/>
            <a:ext cx="597922" cy="597922"/>
          </a:xfrm>
          <a:custGeom>
            <a:avLst/>
            <a:gdLst/>
            <a:ahLst/>
            <a:cxnLst/>
            <a:rect l="l" t="t" r="r" b="b"/>
            <a:pathLst>
              <a:path w="597922" h="597922">
                <a:moveTo>
                  <a:pt x="99656" y="0"/>
                </a:moveTo>
                <a:lnTo>
                  <a:pt x="498266" y="0"/>
                </a:lnTo>
                <a:cubicBezTo>
                  <a:pt x="553304" y="0"/>
                  <a:pt x="597922" y="44617"/>
                  <a:pt x="597922" y="99656"/>
                </a:cubicBezTo>
                <a:lnTo>
                  <a:pt x="597922" y="498266"/>
                </a:lnTo>
                <a:cubicBezTo>
                  <a:pt x="597922" y="553304"/>
                  <a:pt x="553304" y="597922"/>
                  <a:pt x="498266" y="597922"/>
                </a:cubicBezTo>
                <a:lnTo>
                  <a:pt x="99656" y="597922"/>
                </a:lnTo>
                <a:cubicBezTo>
                  <a:pt x="44617" y="597922"/>
                  <a:pt x="0" y="553304"/>
                  <a:pt x="0" y="498266"/>
                </a:cubicBezTo>
                <a:lnTo>
                  <a:pt x="0" y="99656"/>
                </a:lnTo>
                <a:cubicBezTo>
                  <a:pt x="0" y="44654"/>
                  <a:pt x="44654" y="0"/>
                  <a:pt x="99656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931139" y="2441514"/>
            <a:ext cx="280276" cy="249134"/>
          </a:xfrm>
          <a:custGeom>
            <a:avLst/>
            <a:gdLst/>
            <a:ahLst/>
            <a:cxnLst/>
            <a:rect l="l" t="t" r="r" b="b"/>
            <a:pathLst>
              <a:path w="280276" h="249134">
                <a:moveTo>
                  <a:pt x="0" y="163494"/>
                </a:moveTo>
                <a:cubicBezTo>
                  <a:pt x="0" y="202178"/>
                  <a:pt x="31385" y="233563"/>
                  <a:pt x="70069" y="233563"/>
                </a:cubicBezTo>
                <a:lnTo>
                  <a:pt x="217992" y="233563"/>
                </a:lnTo>
                <a:cubicBezTo>
                  <a:pt x="252394" y="233563"/>
                  <a:pt x="280276" y="205682"/>
                  <a:pt x="280276" y="171280"/>
                </a:cubicBezTo>
                <a:cubicBezTo>
                  <a:pt x="280276" y="146172"/>
                  <a:pt x="265435" y="124518"/>
                  <a:pt x="244025" y="114689"/>
                </a:cubicBezTo>
                <a:cubicBezTo>
                  <a:pt x="247285" y="108315"/>
                  <a:pt x="249134" y="101065"/>
                  <a:pt x="249134" y="93425"/>
                </a:cubicBezTo>
                <a:cubicBezTo>
                  <a:pt x="249134" y="67636"/>
                  <a:pt x="228211" y="46713"/>
                  <a:pt x="202421" y="46713"/>
                </a:cubicBezTo>
                <a:cubicBezTo>
                  <a:pt x="193809" y="46713"/>
                  <a:pt x="185780" y="49048"/>
                  <a:pt x="178870" y="53087"/>
                </a:cubicBezTo>
                <a:cubicBezTo>
                  <a:pt x="167144" y="30801"/>
                  <a:pt x="143739" y="15571"/>
                  <a:pt x="116782" y="15571"/>
                </a:cubicBezTo>
                <a:cubicBezTo>
                  <a:pt x="78098" y="15571"/>
                  <a:pt x="46713" y="46956"/>
                  <a:pt x="46713" y="85640"/>
                </a:cubicBezTo>
                <a:cubicBezTo>
                  <a:pt x="46713" y="89533"/>
                  <a:pt x="47053" y="93377"/>
                  <a:pt x="47637" y="97075"/>
                </a:cubicBezTo>
                <a:cubicBezTo>
                  <a:pt x="19950" y="106417"/>
                  <a:pt x="0" y="132644"/>
                  <a:pt x="0" y="163494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72316" y="3014523"/>
            <a:ext cx="4534241" cy="34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62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云原生集成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2316" y="3462964"/>
            <a:ext cx="4509327" cy="97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69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完全基于 Kubernetes 生态，</a:t>
            </a:r>
            <a:r>
              <a:rPr lang="en-US" sz="1569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无缝集成 DevOps 流程</a:t>
            </a:r>
            <a:r>
              <a:rPr lang="en-US" sz="1569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，支持声明式配置、持续集成/持续部署（CI/CD），实现基础设施即代码（IaC）。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3130" y="2005530"/>
            <a:ext cx="4932855" cy="2690648"/>
          </a:xfrm>
          <a:custGeom>
            <a:avLst/>
            <a:gdLst/>
            <a:ahLst/>
            <a:cxnLst/>
            <a:rect l="l" t="t" r="r" b="b"/>
            <a:pathLst>
              <a:path w="4932855" h="2690648">
                <a:moveTo>
                  <a:pt x="99662" y="0"/>
                </a:moveTo>
                <a:lnTo>
                  <a:pt x="4833194" y="0"/>
                </a:lnTo>
                <a:cubicBezTo>
                  <a:pt x="4888235" y="0"/>
                  <a:pt x="4932855" y="44620"/>
                  <a:pt x="4932855" y="99662"/>
                </a:cubicBezTo>
                <a:lnTo>
                  <a:pt x="4932855" y="2590987"/>
                </a:lnTo>
                <a:cubicBezTo>
                  <a:pt x="4932855" y="2646028"/>
                  <a:pt x="4888235" y="2690648"/>
                  <a:pt x="4833194" y="2690648"/>
                </a:cubicBezTo>
                <a:lnTo>
                  <a:pt x="99662" y="2690648"/>
                </a:lnTo>
                <a:cubicBezTo>
                  <a:pt x="44620" y="2690648"/>
                  <a:pt x="0" y="2646028"/>
                  <a:pt x="0" y="2590987"/>
                </a:cubicBezTo>
                <a:lnTo>
                  <a:pt x="0" y="99662"/>
                </a:lnTo>
                <a:cubicBezTo>
                  <a:pt x="0" y="44657"/>
                  <a:pt x="44657" y="0"/>
                  <a:pt x="99662" y="0"/>
                </a:cubicBezTo>
                <a:close/>
              </a:path>
            </a:pathLst>
          </a:cu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924720" y="2267120"/>
            <a:ext cx="597922" cy="597922"/>
          </a:xfrm>
          <a:custGeom>
            <a:avLst/>
            <a:gdLst/>
            <a:ahLst/>
            <a:cxnLst/>
            <a:rect l="l" t="t" r="r" b="b"/>
            <a:pathLst>
              <a:path w="597922" h="597922">
                <a:moveTo>
                  <a:pt x="99656" y="0"/>
                </a:moveTo>
                <a:lnTo>
                  <a:pt x="498266" y="0"/>
                </a:lnTo>
                <a:cubicBezTo>
                  <a:pt x="553304" y="0"/>
                  <a:pt x="597922" y="44617"/>
                  <a:pt x="597922" y="99656"/>
                </a:cubicBezTo>
                <a:lnTo>
                  <a:pt x="597922" y="498266"/>
                </a:lnTo>
                <a:cubicBezTo>
                  <a:pt x="597922" y="553304"/>
                  <a:pt x="553304" y="597922"/>
                  <a:pt x="498266" y="597922"/>
                </a:cubicBezTo>
                <a:lnTo>
                  <a:pt x="99656" y="597922"/>
                </a:lnTo>
                <a:cubicBezTo>
                  <a:pt x="44617" y="597922"/>
                  <a:pt x="0" y="553304"/>
                  <a:pt x="0" y="498266"/>
                </a:cubicBezTo>
                <a:lnTo>
                  <a:pt x="0" y="99656"/>
                </a:lnTo>
                <a:cubicBezTo>
                  <a:pt x="0" y="44654"/>
                  <a:pt x="44654" y="0"/>
                  <a:pt x="99656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099114" y="2441514"/>
            <a:ext cx="249134" cy="249134"/>
          </a:xfrm>
          <a:custGeom>
            <a:avLst/>
            <a:gdLst/>
            <a:ahLst/>
            <a:cxnLst/>
            <a:rect l="l" t="t" r="r" b="b"/>
            <a:pathLst>
              <a:path w="249134" h="249134">
                <a:moveTo>
                  <a:pt x="31142" y="31142"/>
                </a:moveTo>
                <a:cubicBezTo>
                  <a:pt x="31142" y="22529"/>
                  <a:pt x="24184" y="15571"/>
                  <a:pt x="15571" y="15571"/>
                </a:cubicBezTo>
                <a:cubicBezTo>
                  <a:pt x="6958" y="15571"/>
                  <a:pt x="0" y="22529"/>
                  <a:pt x="0" y="31142"/>
                </a:cubicBezTo>
                <a:lnTo>
                  <a:pt x="0" y="194636"/>
                </a:lnTo>
                <a:cubicBezTo>
                  <a:pt x="0" y="216143"/>
                  <a:pt x="17420" y="233563"/>
                  <a:pt x="38927" y="233563"/>
                </a:cubicBezTo>
                <a:lnTo>
                  <a:pt x="233563" y="233563"/>
                </a:lnTo>
                <a:cubicBezTo>
                  <a:pt x="242176" y="233563"/>
                  <a:pt x="249134" y="226605"/>
                  <a:pt x="249134" y="217992"/>
                </a:cubicBezTo>
                <a:cubicBezTo>
                  <a:pt x="249134" y="209380"/>
                  <a:pt x="242176" y="202421"/>
                  <a:pt x="233563" y="202421"/>
                </a:cubicBezTo>
                <a:lnTo>
                  <a:pt x="38927" y="202421"/>
                </a:lnTo>
                <a:cubicBezTo>
                  <a:pt x="34645" y="202421"/>
                  <a:pt x="31142" y="198918"/>
                  <a:pt x="31142" y="194636"/>
                </a:cubicBezTo>
                <a:lnTo>
                  <a:pt x="31142" y="31142"/>
                </a:lnTo>
                <a:close/>
                <a:moveTo>
                  <a:pt x="228989" y="73280"/>
                </a:moveTo>
                <a:cubicBezTo>
                  <a:pt x="235072" y="67198"/>
                  <a:pt x="235072" y="57320"/>
                  <a:pt x="228989" y="51238"/>
                </a:cubicBezTo>
                <a:cubicBezTo>
                  <a:pt x="222907" y="45156"/>
                  <a:pt x="213029" y="45156"/>
                  <a:pt x="206947" y="51238"/>
                </a:cubicBezTo>
                <a:lnTo>
                  <a:pt x="155709" y="102525"/>
                </a:lnTo>
                <a:lnTo>
                  <a:pt x="127779" y="74643"/>
                </a:lnTo>
                <a:cubicBezTo>
                  <a:pt x="121696" y="68561"/>
                  <a:pt x="111818" y="68561"/>
                  <a:pt x="105736" y="74643"/>
                </a:cubicBezTo>
                <a:lnTo>
                  <a:pt x="59023" y="121356"/>
                </a:lnTo>
                <a:cubicBezTo>
                  <a:pt x="52941" y="127438"/>
                  <a:pt x="52941" y="137316"/>
                  <a:pt x="59023" y="143398"/>
                </a:cubicBezTo>
                <a:cubicBezTo>
                  <a:pt x="65106" y="149480"/>
                  <a:pt x="74984" y="149480"/>
                  <a:pt x="81066" y="143398"/>
                </a:cubicBezTo>
                <a:lnTo>
                  <a:pt x="116782" y="107682"/>
                </a:lnTo>
                <a:lnTo>
                  <a:pt x="144712" y="135613"/>
                </a:lnTo>
                <a:cubicBezTo>
                  <a:pt x="150794" y="141695"/>
                  <a:pt x="160672" y="141695"/>
                  <a:pt x="166754" y="135613"/>
                </a:cubicBezTo>
                <a:lnTo>
                  <a:pt x="229038" y="73329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924720" y="3014523"/>
            <a:ext cx="4534241" cy="34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62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资源效率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24720" y="3462964"/>
            <a:ext cx="4509327" cy="97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69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动态资源分配机制，</a:t>
            </a:r>
            <a:r>
              <a:rPr lang="en-US" sz="1569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提高集群资源利用率</a:t>
            </a:r>
            <a:r>
              <a:rPr lang="en-US" sz="1569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，根据任务负载实时申请和释放资源，避免静态分配导致的资源浪费。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815534" y="2005530"/>
            <a:ext cx="4932855" cy="2690648"/>
          </a:xfrm>
          <a:custGeom>
            <a:avLst/>
            <a:gdLst/>
            <a:ahLst/>
            <a:cxnLst/>
            <a:rect l="l" t="t" r="r" b="b"/>
            <a:pathLst>
              <a:path w="4932855" h="2690648">
                <a:moveTo>
                  <a:pt x="99662" y="0"/>
                </a:moveTo>
                <a:lnTo>
                  <a:pt x="4833194" y="0"/>
                </a:lnTo>
                <a:cubicBezTo>
                  <a:pt x="4888235" y="0"/>
                  <a:pt x="4932855" y="44620"/>
                  <a:pt x="4932855" y="99662"/>
                </a:cubicBezTo>
                <a:lnTo>
                  <a:pt x="4932855" y="2590987"/>
                </a:lnTo>
                <a:cubicBezTo>
                  <a:pt x="4932855" y="2646028"/>
                  <a:pt x="4888235" y="2690648"/>
                  <a:pt x="4833194" y="2690648"/>
                </a:cubicBezTo>
                <a:lnTo>
                  <a:pt x="99662" y="2690648"/>
                </a:lnTo>
                <a:cubicBezTo>
                  <a:pt x="44620" y="2690648"/>
                  <a:pt x="0" y="2646028"/>
                  <a:pt x="0" y="2590987"/>
                </a:cubicBezTo>
                <a:lnTo>
                  <a:pt x="0" y="99662"/>
                </a:lnTo>
                <a:cubicBezTo>
                  <a:pt x="0" y="44657"/>
                  <a:pt x="44657" y="0"/>
                  <a:pt x="99662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1077125" y="2267120"/>
            <a:ext cx="597922" cy="597922"/>
          </a:xfrm>
          <a:custGeom>
            <a:avLst/>
            <a:gdLst/>
            <a:ahLst/>
            <a:cxnLst/>
            <a:rect l="l" t="t" r="r" b="b"/>
            <a:pathLst>
              <a:path w="597922" h="597922">
                <a:moveTo>
                  <a:pt x="99656" y="0"/>
                </a:moveTo>
                <a:lnTo>
                  <a:pt x="498266" y="0"/>
                </a:lnTo>
                <a:cubicBezTo>
                  <a:pt x="553304" y="0"/>
                  <a:pt x="597922" y="44617"/>
                  <a:pt x="597922" y="99656"/>
                </a:cubicBezTo>
                <a:lnTo>
                  <a:pt x="597922" y="498266"/>
                </a:lnTo>
                <a:cubicBezTo>
                  <a:pt x="597922" y="553304"/>
                  <a:pt x="553304" y="597922"/>
                  <a:pt x="498266" y="597922"/>
                </a:cubicBezTo>
                <a:lnTo>
                  <a:pt x="99656" y="597922"/>
                </a:lnTo>
                <a:cubicBezTo>
                  <a:pt x="44617" y="597922"/>
                  <a:pt x="0" y="553304"/>
                  <a:pt x="0" y="498266"/>
                </a:cubicBezTo>
                <a:lnTo>
                  <a:pt x="0" y="99656"/>
                </a:lnTo>
                <a:cubicBezTo>
                  <a:pt x="0" y="44654"/>
                  <a:pt x="44654" y="0"/>
                  <a:pt x="99656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1267090" y="2441514"/>
            <a:ext cx="217992" cy="249134"/>
          </a:xfrm>
          <a:custGeom>
            <a:avLst/>
            <a:gdLst/>
            <a:ahLst/>
            <a:cxnLst/>
            <a:rect l="l" t="t" r="r" b="b"/>
            <a:pathLst>
              <a:path w="217992" h="249134">
                <a:moveTo>
                  <a:pt x="81747" y="15571"/>
                </a:moveTo>
                <a:lnTo>
                  <a:pt x="11678" y="15571"/>
                </a:lnTo>
                <a:cubicBezTo>
                  <a:pt x="5207" y="15571"/>
                  <a:pt x="0" y="20777"/>
                  <a:pt x="0" y="27249"/>
                </a:cubicBezTo>
                <a:lnTo>
                  <a:pt x="0" y="97318"/>
                </a:lnTo>
                <a:cubicBezTo>
                  <a:pt x="0" y="102038"/>
                  <a:pt x="2822" y="106320"/>
                  <a:pt x="7202" y="108120"/>
                </a:cubicBezTo>
                <a:cubicBezTo>
                  <a:pt x="11581" y="109921"/>
                  <a:pt x="16593" y="108899"/>
                  <a:pt x="19950" y="105590"/>
                </a:cubicBezTo>
                <a:lnTo>
                  <a:pt x="39414" y="86126"/>
                </a:lnTo>
                <a:lnTo>
                  <a:pt x="77854" y="124567"/>
                </a:lnTo>
                <a:lnTo>
                  <a:pt x="39414" y="163008"/>
                </a:lnTo>
                <a:lnTo>
                  <a:pt x="19950" y="143544"/>
                </a:lnTo>
                <a:cubicBezTo>
                  <a:pt x="16593" y="140187"/>
                  <a:pt x="11581" y="139213"/>
                  <a:pt x="7202" y="141014"/>
                </a:cubicBezTo>
                <a:cubicBezTo>
                  <a:pt x="2822" y="142814"/>
                  <a:pt x="0" y="147096"/>
                  <a:pt x="0" y="151816"/>
                </a:cubicBezTo>
                <a:lnTo>
                  <a:pt x="0" y="221885"/>
                </a:lnTo>
                <a:cubicBezTo>
                  <a:pt x="0" y="228357"/>
                  <a:pt x="5207" y="233563"/>
                  <a:pt x="11678" y="233563"/>
                </a:cubicBezTo>
                <a:lnTo>
                  <a:pt x="81747" y="233563"/>
                </a:lnTo>
                <a:cubicBezTo>
                  <a:pt x="86467" y="233563"/>
                  <a:pt x="90749" y="230741"/>
                  <a:pt x="92549" y="226362"/>
                </a:cubicBezTo>
                <a:cubicBezTo>
                  <a:pt x="94350" y="221982"/>
                  <a:pt x="93377" y="216970"/>
                  <a:pt x="90019" y="213613"/>
                </a:cubicBezTo>
                <a:lnTo>
                  <a:pt x="70556" y="194149"/>
                </a:lnTo>
                <a:lnTo>
                  <a:pt x="108996" y="155709"/>
                </a:lnTo>
                <a:lnTo>
                  <a:pt x="147437" y="194149"/>
                </a:lnTo>
                <a:lnTo>
                  <a:pt x="127973" y="213613"/>
                </a:lnTo>
                <a:cubicBezTo>
                  <a:pt x="124616" y="216970"/>
                  <a:pt x="123643" y="221982"/>
                  <a:pt x="125443" y="226362"/>
                </a:cubicBezTo>
                <a:cubicBezTo>
                  <a:pt x="127243" y="230741"/>
                  <a:pt x="131525" y="233563"/>
                  <a:pt x="136245" y="233563"/>
                </a:cubicBezTo>
                <a:lnTo>
                  <a:pt x="206314" y="233563"/>
                </a:lnTo>
                <a:cubicBezTo>
                  <a:pt x="212786" y="233563"/>
                  <a:pt x="217992" y="228357"/>
                  <a:pt x="217992" y="221885"/>
                </a:cubicBezTo>
                <a:lnTo>
                  <a:pt x="217992" y="151816"/>
                </a:lnTo>
                <a:cubicBezTo>
                  <a:pt x="217992" y="147096"/>
                  <a:pt x="215170" y="142814"/>
                  <a:pt x="210791" y="141014"/>
                </a:cubicBezTo>
                <a:cubicBezTo>
                  <a:pt x="206411" y="139213"/>
                  <a:pt x="201400" y="140187"/>
                  <a:pt x="198042" y="143544"/>
                </a:cubicBezTo>
                <a:lnTo>
                  <a:pt x="178579" y="163008"/>
                </a:lnTo>
                <a:lnTo>
                  <a:pt x="140138" y="124567"/>
                </a:lnTo>
                <a:lnTo>
                  <a:pt x="178579" y="86126"/>
                </a:lnTo>
                <a:lnTo>
                  <a:pt x="198042" y="105590"/>
                </a:lnTo>
                <a:cubicBezTo>
                  <a:pt x="201400" y="108948"/>
                  <a:pt x="206411" y="109921"/>
                  <a:pt x="210791" y="108120"/>
                </a:cubicBezTo>
                <a:cubicBezTo>
                  <a:pt x="215170" y="106320"/>
                  <a:pt x="217992" y="102038"/>
                  <a:pt x="217992" y="97318"/>
                </a:cubicBezTo>
                <a:lnTo>
                  <a:pt x="217992" y="27249"/>
                </a:lnTo>
                <a:cubicBezTo>
                  <a:pt x="217992" y="20777"/>
                  <a:pt x="212786" y="15571"/>
                  <a:pt x="206314" y="15571"/>
                </a:cubicBezTo>
                <a:lnTo>
                  <a:pt x="136245" y="15571"/>
                </a:lnTo>
                <a:cubicBezTo>
                  <a:pt x="131525" y="15571"/>
                  <a:pt x="127243" y="18393"/>
                  <a:pt x="125443" y="22772"/>
                </a:cubicBezTo>
                <a:cubicBezTo>
                  <a:pt x="123643" y="27152"/>
                  <a:pt x="124664" y="32164"/>
                  <a:pt x="127973" y="35521"/>
                </a:cubicBezTo>
                <a:lnTo>
                  <a:pt x="147437" y="54985"/>
                </a:lnTo>
                <a:lnTo>
                  <a:pt x="108996" y="93425"/>
                </a:lnTo>
                <a:lnTo>
                  <a:pt x="70556" y="54985"/>
                </a:lnTo>
                <a:lnTo>
                  <a:pt x="90019" y="35521"/>
                </a:lnTo>
                <a:cubicBezTo>
                  <a:pt x="93377" y="32164"/>
                  <a:pt x="94350" y="27152"/>
                  <a:pt x="92549" y="22772"/>
                </a:cubicBezTo>
                <a:cubicBezTo>
                  <a:pt x="90749" y="18393"/>
                  <a:pt x="86467" y="15571"/>
                  <a:pt x="81747" y="15571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1077125" y="3014523"/>
            <a:ext cx="4534241" cy="34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62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弹性伸缩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077125" y="3462964"/>
            <a:ext cx="4509327" cy="97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69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支持根据负载</a:t>
            </a:r>
            <a:r>
              <a:rPr lang="en-US" sz="1569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自动扩缩容</a:t>
            </a:r>
            <a:r>
              <a:rPr lang="en-US" sz="1569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，快速响应业务波动，应对突发数据处理需求，确保服务稳定性和成本优化。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0725" y="4920398"/>
            <a:ext cx="4932855" cy="2690648"/>
          </a:xfrm>
          <a:custGeom>
            <a:avLst/>
            <a:gdLst/>
            <a:ahLst/>
            <a:cxnLst/>
            <a:rect l="l" t="t" r="r" b="b"/>
            <a:pathLst>
              <a:path w="4932855" h="2690648">
                <a:moveTo>
                  <a:pt x="99662" y="0"/>
                </a:moveTo>
                <a:lnTo>
                  <a:pt x="4833194" y="0"/>
                </a:lnTo>
                <a:cubicBezTo>
                  <a:pt x="4888235" y="0"/>
                  <a:pt x="4932855" y="44620"/>
                  <a:pt x="4932855" y="99662"/>
                </a:cubicBezTo>
                <a:lnTo>
                  <a:pt x="4932855" y="2590987"/>
                </a:lnTo>
                <a:cubicBezTo>
                  <a:pt x="4932855" y="2646028"/>
                  <a:pt x="4888235" y="2690648"/>
                  <a:pt x="4833194" y="2690648"/>
                </a:cubicBezTo>
                <a:lnTo>
                  <a:pt x="99662" y="2690648"/>
                </a:lnTo>
                <a:cubicBezTo>
                  <a:pt x="44620" y="2690648"/>
                  <a:pt x="0" y="2646028"/>
                  <a:pt x="0" y="2590987"/>
                </a:cubicBezTo>
                <a:lnTo>
                  <a:pt x="0" y="99662"/>
                </a:lnTo>
                <a:cubicBezTo>
                  <a:pt x="0" y="44657"/>
                  <a:pt x="44657" y="0"/>
                  <a:pt x="99662" y="0"/>
                </a:cubicBezTo>
                <a:close/>
              </a:path>
            </a:pathLst>
          </a:cu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772316" y="5181989"/>
            <a:ext cx="597922" cy="597922"/>
          </a:xfrm>
          <a:custGeom>
            <a:avLst/>
            <a:gdLst/>
            <a:ahLst/>
            <a:cxnLst/>
            <a:rect l="l" t="t" r="r" b="b"/>
            <a:pathLst>
              <a:path w="597922" h="597922">
                <a:moveTo>
                  <a:pt x="99656" y="0"/>
                </a:moveTo>
                <a:lnTo>
                  <a:pt x="498266" y="0"/>
                </a:lnTo>
                <a:cubicBezTo>
                  <a:pt x="553304" y="0"/>
                  <a:pt x="597922" y="44617"/>
                  <a:pt x="597922" y="99656"/>
                </a:cubicBezTo>
                <a:lnTo>
                  <a:pt x="597922" y="498266"/>
                </a:lnTo>
                <a:cubicBezTo>
                  <a:pt x="597922" y="553304"/>
                  <a:pt x="553304" y="597922"/>
                  <a:pt x="498266" y="597922"/>
                </a:cubicBezTo>
                <a:lnTo>
                  <a:pt x="99656" y="597922"/>
                </a:lnTo>
                <a:cubicBezTo>
                  <a:pt x="44617" y="597922"/>
                  <a:pt x="0" y="553304"/>
                  <a:pt x="0" y="498266"/>
                </a:cubicBezTo>
                <a:lnTo>
                  <a:pt x="0" y="99656"/>
                </a:lnTo>
                <a:cubicBezTo>
                  <a:pt x="0" y="44654"/>
                  <a:pt x="44654" y="0"/>
                  <a:pt x="99656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946710" y="5356383"/>
            <a:ext cx="249134" cy="249134"/>
          </a:xfrm>
          <a:custGeom>
            <a:avLst/>
            <a:gdLst/>
            <a:ahLst/>
            <a:cxnLst/>
            <a:rect l="l" t="t" r="r" b="b"/>
            <a:pathLst>
              <a:path w="249134" h="249134">
                <a:moveTo>
                  <a:pt x="124567" y="0"/>
                </a:moveTo>
                <a:cubicBezTo>
                  <a:pt x="126805" y="0"/>
                  <a:pt x="129044" y="487"/>
                  <a:pt x="131087" y="1411"/>
                </a:cubicBezTo>
                <a:lnTo>
                  <a:pt x="222761" y="40290"/>
                </a:lnTo>
                <a:cubicBezTo>
                  <a:pt x="233466" y="44815"/>
                  <a:pt x="241446" y="55374"/>
                  <a:pt x="241397" y="68123"/>
                </a:cubicBezTo>
                <a:cubicBezTo>
                  <a:pt x="241154" y="116392"/>
                  <a:pt x="221301" y="204708"/>
                  <a:pt x="137462" y="244852"/>
                </a:cubicBezTo>
                <a:cubicBezTo>
                  <a:pt x="129336" y="248745"/>
                  <a:pt x="119896" y="248745"/>
                  <a:pt x="111770" y="244852"/>
                </a:cubicBezTo>
                <a:cubicBezTo>
                  <a:pt x="27882" y="204708"/>
                  <a:pt x="8077" y="116392"/>
                  <a:pt x="7834" y="68123"/>
                </a:cubicBezTo>
                <a:cubicBezTo>
                  <a:pt x="7785" y="55374"/>
                  <a:pt x="15766" y="44815"/>
                  <a:pt x="26470" y="40290"/>
                </a:cubicBezTo>
                <a:lnTo>
                  <a:pt x="118095" y="1411"/>
                </a:lnTo>
                <a:cubicBezTo>
                  <a:pt x="120139" y="487"/>
                  <a:pt x="122329" y="0"/>
                  <a:pt x="124567" y="0"/>
                </a:cubicBezTo>
                <a:close/>
                <a:moveTo>
                  <a:pt x="124567" y="32504"/>
                </a:moveTo>
                <a:lnTo>
                  <a:pt x="124567" y="216484"/>
                </a:lnTo>
                <a:cubicBezTo>
                  <a:pt x="191716" y="183980"/>
                  <a:pt x="209769" y="111964"/>
                  <a:pt x="210207" y="68852"/>
                </a:cubicBezTo>
                <a:lnTo>
                  <a:pt x="124567" y="32553"/>
                </a:lnTo>
                <a:lnTo>
                  <a:pt x="124567" y="32553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72316" y="5929392"/>
            <a:ext cx="4534241" cy="34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62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隔离性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2316" y="6377833"/>
            <a:ext cx="4509327" cy="97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69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应用程序级别的</a:t>
            </a:r>
            <a:r>
              <a:rPr lang="en-US" sz="1569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容器级强隔离</a:t>
            </a:r>
            <a:r>
              <a:rPr lang="en-US" sz="1569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，避免不同作业之间相互干扰，提升安全性和稳定性，支持多租户环境。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63130" y="4920398"/>
            <a:ext cx="4932855" cy="2690648"/>
          </a:xfrm>
          <a:custGeom>
            <a:avLst/>
            <a:gdLst/>
            <a:ahLst/>
            <a:cxnLst/>
            <a:rect l="l" t="t" r="r" b="b"/>
            <a:pathLst>
              <a:path w="4932855" h="2690648">
                <a:moveTo>
                  <a:pt x="99662" y="0"/>
                </a:moveTo>
                <a:lnTo>
                  <a:pt x="4833194" y="0"/>
                </a:lnTo>
                <a:cubicBezTo>
                  <a:pt x="4888235" y="0"/>
                  <a:pt x="4932855" y="44620"/>
                  <a:pt x="4932855" y="99662"/>
                </a:cubicBezTo>
                <a:lnTo>
                  <a:pt x="4932855" y="2590987"/>
                </a:lnTo>
                <a:cubicBezTo>
                  <a:pt x="4932855" y="2646028"/>
                  <a:pt x="4888235" y="2690648"/>
                  <a:pt x="4833194" y="2690648"/>
                </a:cubicBezTo>
                <a:lnTo>
                  <a:pt x="99662" y="2690648"/>
                </a:lnTo>
                <a:cubicBezTo>
                  <a:pt x="44620" y="2690648"/>
                  <a:pt x="0" y="2646028"/>
                  <a:pt x="0" y="2590987"/>
                </a:cubicBezTo>
                <a:lnTo>
                  <a:pt x="0" y="99662"/>
                </a:lnTo>
                <a:cubicBezTo>
                  <a:pt x="0" y="44657"/>
                  <a:pt x="44657" y="0"/>
                  <a:pt x="99662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5924720" y="5181989"/>
            <a:ext cx="597922" cy="597922"/>
          </a:xfrm>
          <a:custGeom>
            <a:avLst/>
            <a:gdLst/>
            <a:ahLst/>
            <a:cxnLst/>
            <a:rect l="l" t="t" r="r" b="b"/>
            <a:pathLst>
              <a:path w="597922" h="597922">
                <a:moveTo>
                  <a:pt x="99656" y="0"/>
                </a:moveTo>
                <a:lnTo>
                  <a:pt x="498266" y="0"/>
                </a:lnTo>
                <a:cubicBezTo>
                  <a:pt x="553304" y="0"/>
                  <a:pt x="597922" y="44617"/>
                  <a:pt x="597922" y="99656"/>
                </a:cubicBezTo>
                <a:lnTo>
                  <a:pt x="597922" y="498266"/>
                </a:lnTo>
                <a:cubicBezTo>
                  <a:pt x="597922" y="553304"/>
                  <a:pt x="553304" y="597922"/>
                  <a:pt x="498266" y="597922"/>
                </a:cubicBezTo>
                <a:lnTo>
                  <a:pt x="99656" y="597922"/>
                </a:lnTo>
                <a:cubicBezTo>
                  <a:pt x="44617" y="597922"/>
                  <a:pt x="0" y="553304"/>
                  <a:pt x="0" y="498266"/>
                </a:cubicBezTo>
                <a:lnTo>
                  <a:pt x="0" y="99656"/>
                </a:lnTo>
                <a:cubicBezTo>
                  <a:pt x="0" y="44654"/>
                  <a:pt x="44654" y="0"/>
                  <a:pt x="99656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083543" y="5356383"/>
            <a:ext cx="280276" cy="249134"/>
          </a:xfrm>
          <a:custGeom>
            <a:avLst/>
            <a:gdLst/>
            <a:ahLst/>
            <a:cxnLst/>
            <a:rect l="l" t="t" r="r" b="b"/>
            <a:pathLst>
              <a:path w="280276" h="249134">
                <a:moveTo>
                  <a:pt x="140138" y="15571"/>
                </a:moveTo>
                <a:cubicBezTo>
                  <a:pt x="100821" y="15571"/>
                  <a:pt x="69339" y="33477"/>
                  <a:pt x="46421" y="54790"/>
                </a:cubicBezTo>
                <a:cubicBezTo>
                  <a:pt x="23648" y="75957"/>
                  <a:pt x="8418" y="101211"/>
                  <a:pt x="1168" y="118582"/>
                </a:cubicBezTo>
                <a:cubicBezTo>
                  <a:pt x="-438" y="122426"/>
                  <a:pt x="-438" y="126708"/>
                  <a:pt x="1168" y="130552"/>
                </a:cubicBezTo>
                <a:cubicBezTo>
                  <a:pt x="8418" y="147923"/>
                  <a:pt x="23648" y="173226"/>
                  <a:pt x="46421" y="194344"/>
                </a:cubicBezTo>
                <a:cubicBezTo>
                  <a:pt x="69339" y="215608"/>
                  <a:pt x="100821" y="233563"/>
                  <a:pt x="140138" y="233563"/>
                </a:cubicBezTo>
                <a:cubicBezTo>
                  <a:pt x="179454" y="233563"/>
                  <a:pt x="210937" y="215657"/>
                  <a:pt x="233855" y="194344"/>
                </a:cubicBezTo>
                <a:cubicBezTo>
                  <a:pt x="256628" y="173177"/>
                  <a:pt x="271858" y="147923"/>
                  <a:pt x="279108" y="130552"/>
                </a:cubicBezTo>
                <a:cubicBezTo>
                  <a:pt x="280714" y="126708"/>
                  <a:pt x="280714" y="122426"/>
                  <a:pt x="279108" y="118582"/>
                </a:cubicBezTo>
                <a:cubicBezTo>
                  <a:pt x="271858" y="101211"/>
                  <a:pt x="256628" y="75908"/>
                  <a:pt x="233855" y="54790"/>
                </a:cubicBezTo>
                <a:cubicBezTo>
                  <a:pt x="210937" y="33526"/>
                  <a:pt x="179454" y="15571"/>
                  <a:pt x="140138" y="15571"/>
                </a:cubicBezTo>
                <a:close/>
                <a:moveTo>
                  <a:pt x="70069" y="124567"/>
                </a:moveTo>
                <a:cubicBezTo>
                  <a:pt x="70069" y="85895"/>
                  <a:pt x="101466" y="54498"/>
                  <a:pt x="140138" y="54498"/>
                </a:cubicBezTo>
                <a:cubicBezTo>
                  <a:pt x="178810" y="54498"/>
                  <a:pt x="210207" y="85895"/>
                  <a:pt x="210207" y="124567"/>
                </a:cubicBezTo>
                <a:cubicBezTo>
                  <a:pt x="210207" y="163239"/>
                  <a:pt x="178810" y="194636"/>
                  <a:pt x="140138" y="194636"/>
                </a:cubicBezTo>
                <a:cubicBezTo>
                  <a:pt x="101466" y="194636"/>
                  <a:pt x="70069" y="163239"/>
                  <a:pt x="70069" y="124567"/>
                </a:cubicBezTo>
                <a:close/>
                <a:moveTo>
                  <a:pt x="140138" y="93425"/>
                </a:moveTo>
                <a:cubicBezTo>
                  <a:pt x="140138" y="110602"/>
                  <a:pt x="126173" y="124567"/>
                  <a:pt x="108996" y="124567"/>
                </a:cubicBezTo>
                <a:cubicBezTo>
                  <a:pt x="103400" y="124567"/>
                  <a:pt x="98145" y="123107"/>
                  <a:pt x="93571" y="120480"/>
                </a:cubicBezTo>
                <a:cubicBezTo>
                  <a:pt x="93085" y="125784"/>
                  <a:pt x="93523" y="131233"/>
                  <a:pt x="94982" y="136634"/>
                </a:cubicBezTo>
                <a:cubicBezTo>
                  <a:pt x="101649" y="161548"/>
                  <a:pt x="127292" y="176340"/>
                  <a:pt x="152205" y="169674"/>
                </a:cubicBezTo>
                <a:cubicBezTo>
                  <a:pt x="177119" y="163008"/>
                  <a:pt x="191911" y="137364"/>
                  <a:pt x="185245" y="112451"/>
                </a:cubicBezTo>
                <a:cubicBezTo>
                  <a:pt x="179308" y="90214"/>
                  <a:pt x="158239" y="76054"/>
                  <a:pt x="136051" y="78000"/>
                </a:cubicBezTo>
                <a:cubicBezTo>
                  <a:pt x="138630" y="82526"/>
                  <a:pt x="140138" y="87781"/>
                  <a:pt x="140138" y="93425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5924720" y="5929392"/>
            <a:ext cx="4534241" cy="34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62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可观测性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24720" y="6377833"/>
            <a:ext cx="4509327" cy="97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69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集成完善的</a:t>
            </a:r>
            <a:r>
              <a:rPr lang="en-US" sz="1569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监控和日志体系</a:t>
            </a:r>
            <a:r>
              <a:rPr lang="en-US" sz="1569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，支持 Prometheus、Grafana、ELK 等主流监控方案，便于运维管理和问题排查。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815534" y="4920398"/>
            <a:ext cx="4932855" cy="2690648"/>
          </a:xfrm>
          <a:custGeom>
            <a:avLst/>
            <a:gdLst/>
            <a:ahLst/>
            <a:cxnLst/>
            <a:rect l="l" t="t" r="r" b="b"/>
            <a:pathLst>
              <a:path w="4932855" h="2690648">
                <a:moveTo>
                  <a:pt x="99662" y="0"/>
                </a:moveTo>
                <a:lnTo>
                  <a:pt x="4833194" y="0"/>
                </a:lnTo>
                <a:cubicBezTo>
                  <a:pt x="4888235" y="0"/>
                  <a:pt x="4932855" y="44620"/>
                  <a:pt x="4932855" y="99662"/>
                </a:cubicBezTo>
                <a:lnTo>
                  <a:pt x="4932855" y="2590987"/>
                </a:lnTo>
                <a:cubicBezTo>
                  <a:pt x="4932855" y="2646028"/>
                  <a:pt x="4888235" y="2690648"/>
                  <a:pt x="4833194" y="2690648"/>
                </a:cubicBezTo>
                <a:lnTo>
                  <a:pt x="99662" y="2690648"/>
                </a:lnTo>
                <a:cubicBezTo>
                  <a:pt x="44620" y="2690648"/>
                  <a:pt x="0" y="2646028"/>
                  <a:pt x="0" y="2590987"/>
                </a:cubicBezTo>
                <a:lnTo>
                  <a:pt x="0" y="99662"/>
                </a:lnTo>
                <a:cubicBezTo>
                  <a:pt x="0" y="44657"/>
                  <a:pt x="44657" y="0"/>
                  <a:pt x="99662" y="0"/>
                </a:cubicBezTo>
                <a:close/>
              </a:path>
            </a:pathLst>
          </a:cu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11077125" y="5181989"/>
            <a:ext cx="597922" cy="597922"/>
          </a:xfrm>
          <a:custGeom>
            <a:avLst/>
            <a:gdLst/>
            <a:ahLst/>
            <a:cxnLst/>
            <a:rect l="l" t="t" r="r" b="b"/>
            <a:pathLst>
              <a:path w="597922" h="597922">
                <a:moveTo>
                  <a:pt x="99656" y="0"/>
                </a:moveTo>
                <a:lnTo>
                  <a:pt x="498266" y="0"/>
                </a:lnTo>
                <a:cubicBezTo>
                  <a:pt x="553304" y="0"/>
                  <a:pt x="597922" y="44617"/>
                  <a:pt x="597922" y="99656"/>
                </a:cubicBezTo>
                <a:lnTo>
                  <a:pt x="597922" y="498266"/>
                </a:lnTo>
                <a:cubicBezTo>
                  <a:pt x="597922" y="553304"/>
                  <a:pt x="553304" y="597922"/>
                  <a:pt x="498266" y="597922"/>
                </a:cubicBezTo>
                <a:lnTo>
                  <a:pt x="99656" y="597922"/>
                </a:lnTo>
                <a:cubicBezTo>
                  <a:pt x="44617" y="597922"/>
                  <a:pt x="0" y="553304"/>
                  <a:pt x="0" y="498266"/>
                </a:cubicBezTo>
                <a:lnTo>
                  <a:pt x="0" y="99656"/>
                </a:lnTo>
                <a:cubicBezTo>
                  <a:pt x="0" y="44654"/>
                  <a:pt x="44654" y="0"/>
                  <a:pt x="99656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11235948" y="5356383"/>
            <a:ext cx="280276" cy="249134"/>
          </a:xfrm>
          <a:custGeom>
            <a:avLst/>
            <a:gdLst/>
            <a:ahLst/>
            <a:cxnLst/>
            <a:rect l="l" t="t" r="r" b="b"/>
            <a:pathLst>
              <a:path w="280276" h="249134">
                <a:moveTo>
                  <a:pt x="120674" y="42820"/>
                </a:moveTo>
                <a:lnTo>
                  <a:pt x="159602" y="42820"/>
                </a:lnTo>
                <a:lnTo>
                  <a:pt x="159602" y="66176"/>
                </a:lnTo>
                <a:lnTo>
                  <a:pt x="120674" y="66176"/>
                </a:lnTo>
                <a:lnTo>
                  <a:pt x="120674" y="42820"/>
                </a:lnTo>
                <a:close/>
                <a:moveTo>
                  <a:pt x="116782" y="15571"/>
                </a:moveTo>
                <a:cubicBezTo>
                  <a:pt x="103887" y="15571"/>
                  <a:pt x="93425" y="26033"/>
                  <a:pt x="93425" y="38927"/>
                </a:cubicBezTo>
                <a:lnTo>
                  <a:pt x="93425" y="70069"/>
                </a:lnTo>
                <a:cubicBezTo>
                  <a:pt x="93425" y="82964"/>
                  <a:pt x="103887" y="93425"/>
                  <a:pt x="116782" y="93425"/>
                </a:cubicBezTo>
                <a:lnTo>
                  <a:pt x="124567" y="93425"/>
                </a:lnTo>
                <a:lnTo>
                  <a:pt x="124567" y="108996"/>
                </a:lnTo>
                <a:lnTo>
                  <a:pt x="15571" y="108996"/>
                </a:lnTo>
                <a:cubicBezTo>
                  <a:pt x="6958" y="108996"/>
                  <a:pt x="0" y="115954"/>
                  <a:pt x="0" y="124567"/>
                </a:cubicBezTo>
                <a:cubicBezTo>
                  <a:pt x="0" y="133180"/>
                  <a:pt x="6958" y="140138"/>
                  <a:pt x="15571" y="140138"/>
                </a:cubicBezTo>
                <a:lnTo>
                  <a:pt x="62284" y="140138"/>
                </a:lnTo>
                <a:lnTo>
                  <a:pt x="62284" y="155709"/>
                </a:lnTo>
                <a:lnTo>
                  <a:pt x="54498" y="155709"/>
                </a:lnTo>
                <a:cubicBezTo>
                  <a:pt x="41603" y="155709"/>
                  <a:pt x="31142" y="166170"/>
                  <a:pt x="31142" y="179065"/>
                </a:cubicBezTo>
                <a:lnTo>
                  <a:pt x="31142" y="210207"/>
                </a:lnTo>
                <a:cubicBezTo>
                  <a:pt x="31142" y="223102"/>
                  <a:pt x="41603" y="233563"/>
                  <a:pt x="54498" y="233563"/>
                </a:cubicBezTo>
                <a:lnTo>
                  <a:pt x="101211" y="233563"/>
                </a:lnTo>
                <a:cubicBezTo>
                  <a:pt x="114105" y="233563"/>
                  <a:pt x="124567" y="223102"/>
                  <a:pt x="124567" y="210207"/>
                </a:cubicBezTo>
                <a:lnTo>
                  <a:pt x="124567" y="179065"/>
                </a:lnTo>
                <a:cubicBezTo>
                  <a:pt x="124567" y="166170"/>
                  <a:pt x="114105" y="155709"/>
                  <a:pt x="101211" y="155709"/>
                </a:cubicBezTo>
                <a:lnTo>
                  <a:pt x="93425" y="155709"/>
                </a:lnTo>
                <a:lnTo>
                  <a:pt x="93425" y="140138"/>
                </a:lnTo>
                <a:lnTo>
                  <a:pt x="186851" y="140138"/>
                </a:lnTo>
                <a:lnTo>
                  <a:pt x="186851" y="155709"/>
                </a:lnTo>
                <a:lnTo>
                  <a:pt x="179065" y="155709"/>
                </a:lnTo>
                <a:cubicBezTo>
                  <a:pt x="166170" y="155709"/>
                  <a:pt x="155709" y="166170"/>
                  <a:pt x="155709" y="179065"/>
                </a:cubicBezTo>
                <a:lnTo>
                  <a:pt x="155709" y="210207"/>
                </a:lnTo>
                <a:cubicBezTo>
                  <a:pt x="155709" y="223102"/>
                  <a:pt x="166170" y="233563"/>
                  <a:pt x="179065" y="233563"/>
                </a:cubicBezTo>
                <a:lnTo>
                  <a:pt x="225778" y="233563"/>
                </a:lnTo>
                <a:cubicBezTo>
                  <a:pt x="238672" y="233563"/>
                  <a:pt x="249134" y="223102"/>
                  <a:pt x="249134" y="210207"/>
                </a:cubicBezTo>
                <a:lnTo>
                  <a:pt x="249134" y="179065"/>
                </a:lnTo>
                <a:cubicBezTo>
                  <a:pt x="249134" y="166170"/>
                  <a:pt x="238672" y="155709"/>
                  <a:pt x="225778" y="155709"/>
                </a:cubicBezTo>
                <a:lnTo>
                  <a:pt x="217992" y="155709"/>
                </a:lnTo>
                <a:lnTo>
                  <a:pt x="217992" y="140138"/>
                </a:lnTo>
                <a:lnTo>
                  <a:pt x="264705" y="140138"/>
                </a:lnTo>
                <a:cubicBezTo>
                  <a:pt x="273318" y="140138"/>
                  <a:pt x="280276" y="133180"/>
                  <a:pt x="280276" y="124567"/>
                </a:cubicBezTo>
                <a:cubicBezTo>
                  <a:pt x="280276" y="115954"/>
                  <a:pt x="273318" y="108996"/>
                  <a:pt x="264705" y="108996"/>
                </a:cubicBezTo>
                <a:lnTo>
                  <a:pt x="155709" y="108996"/>
                </a:lnTo>
                <a:lnTo>
                  <a:pt x="155709" y="93425"/>
                </a:lnTo>
                <a:lnTo>
                  <a:pt x="163494" y="93425"/>
                </a:lnTo>
                <a:cubicBezTo>
                  <a:pt x="176389" y="93425"/>
                  <a:pt x="186851" y="82964"/>
                  <a:pt x="186851" y="70069"/>
                </a:cubicBezTo>
                <a:lnTo>
                  <a:pt x="186851" y="38927"/>
                </a:lnTo>
                <a:cubicBezTo>
                  <a:pt x="186851" y="26033"/>
                  <a:pt x="176389" y="15571"/>
                  <a:pt x="163494" y="15571"/>
                </a:cubicBezTo>
                <a:lnTo>
                  <a:pt x="116782" y="15571"/>
                </a:lnTo>
                <a:close/>
                <a:moveTo>
                  <a:pt x="217992" y="182958"/>
                </a:moveTo>
                <a:lnTo>
                  <a:pt x="221885" y="182958"/>
                </a:lnTo>
                <a:lnTo>
                  <a:pt x="221885" y="206314"/>
                </a:lnTo>
                <a:lnTo>
                  <a:pt x="182958" y="206314"/>
                </a:lnTo>
                <a:lnTo>
                  <a:pt x="182958" y="182958"/>
                </a:lnTo>
                <a:lnTo>
                  <a:pt x="217992" y="182958"/>
                </a:lnTo>
                <a:close/>
                <a:moveTo>
                  <a:pt x="93425" y="182958"/>
                </a:moveTo>
                <a:lnTo>
                  <a:pt x="97318" y="182958"/>
                </a:lnTo>
                <a:lnTo>
                  <a:pt x="97318" y="206314"/>
                </a:lnTo>
                <a:lnTo>
                  <a:pt x="58391" y="206314"/>
                </a:lnTo>
                <a:lnTo>
                  <a:pt x="58391" y="182958"/>
                </a:lnTo>
                <a:lnTo>
                  <a:pt x="93425" y="182958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1077125" y="5929392"/>
            <a:ext cx="4534241" cy="34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62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Shuffle 优化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077125" y="6377833"/>
            <a:ext cx="4509327" cy="647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69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</a:t>
            </a:r>
            <a:r>
              <a:rPr lang="en-US" sz="1569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动态分配无需外部 Shuffle 服务</a:t>
            </a:r>
            <a:r>
              <a:rPr lang="en-US" sz="1569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，通过 shuffle 跟踪功能简化架构，降低运维复杂度。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23182" y="7922464"/>
            <a:ext cx="15234550" cy="722489"/>
          </a:xfrm>
          <a:custGeom>
            <a:avLst/>
            <a:gdLst/>
            <a:ahLst/>
            <a:cxnLst/>
            <a:rect l="l" t="t" r="r" b="b"/>
            <a:pathLst>
              <a:path w="15234550" h="722489">
                <a:moveTo>
                  <a:pt x="49827" y="0"/>
                </a:moveTo>
                <a:lnTo>
                  <a:pt x="15134897" y="0"/>
                </a:lnTo>
                <a:cubicBezTo>
                  <a:pt x="15189934" y="0"/>
                  <a:pt x="15234550" y="44616"/>
                  <a:pt x="15234550" y="99653"/>
                </a:cubicBezTo>
                <a:lnTo>
                  <a:pt x="15234550" y="622836"/>
                </a:lnTo>
                <a:cubicBezTo>
                  <a:pt x="15234550" y="677873"/>
                  <a:pt x="15189934" y="722489"/>
                  <a:pt x="15134897" y="722489"/>
                </a:cubicBezTo>
                <a:lnTo>
                  <a:pt x="49827" y="722489"/>
                </a:lnTo>
                <a:cubicBezTo>
                  <a:pt x="22308" y="722489"/>
                  <a:pt x="0" y="700181"/>
                  <a:pt x="0" y="672662"/>
                </a:cubicBezTo>
                <a:lnTo>
                  <a:pt x="0" y="49827"/>
                </a:lnTo>
                <a:cubicBezTo>
                  <a:pt x="0" y="22308"/>
                  <a:pt x="22308" y="0"/>
                  <a:pt x="49827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523182" y="7922464"/>
            <a:ext cx="49827" cy="722489"/>
          </a:xfrm>
          <a:custGeom>
            <a:avLst/>
            <a:gdLst/>
            <a:ahLst/>
            <a:cxnLst/>
            <a:rect l="l" t="t" r="r" b="b"/>
            <a:pathLst>
              <a:path w="49827" h="722489">
                <a:moveTo>
                  <a:pt x="49827" y="0"/>
                </a:moveTo>
                <a:lnTo>
                  <a:pt x="49827" y="0"/>
                </a:lnTo>
                <a:lnTo>
                  <a:pt x="49827" y="722489"/>
                </a:lnTo>
                <a:lnTo>
                  <a:pt x="49827" y="722489"/>
                </a:lnTo>
                <a:cubicBezTo>
                  <a:pt x="22308" y="722489"/>
                  <a:pt x="0" y="700181"/>
                  <a:pt x="0" y="672662"/>
                </a:cubicBezTo>
                <a:lnTo>
                  <a:pt x="0" y="49827"/>
                </a:lnTo>
                <a:cubicBezTo>
                  <a:pt x="0" y="22308"/>
                  <a:pt x="22308" y="0"/>
                  <a:pt x="49827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797229" y="8190284"/>
            <a:ext cx="149480" cy="199307"/>
          </a:xfrm>
          <a:custGeom>
            <a:avLst/>
            <a:gdLst/>
            <a:ahLst/>
            <a:cxnLst/>
            <a:rect l="l" t="t" r="r" b="b"/>
            <a:pathLst>
              <a:path w="149480" h="199307">
                <a:moveTo>
                  <a:pt x="114018" y="149480"/>
                </a:moveTo>
                <a:cubicBezTo>
                  <a:pt x="116859" y="140800"/>
                  <a:pt x="122543" y="132936"/>
                  <a:pt x="128966" y="126163"/>
                </a:cubicBezTo>
                <a:cubicBezTo>
                  <a:pt x="141695" y="112772"/>
                  <a:pt x="149480" y="94671"/>
                  <a:pt x="149480" y="74740"/>
                </a:cubicBezTo>
                <a:cubicBezTo>
                  <a:pt x="149480" y="33477"/>
                  <a:pt x="116003" y="0"/>
                  <a:pt x="74740" y="0"/>
                </a:cubicBezTo>
                <a:cubicBezTo>
                  <a:pt x="33477" y="0"/>
                  <a:pt x="0" y="33477"/>
                  <a:pt x="0" y="74740"/>
                </a:cubicBezTo>
                <a:cubicBezTo>
                  <a:pt x="0" y="94671"/>
                  <a:pt x="7785" y="112772"/>
                  <a:pt x="20515" y="126163"/>
                </a:cubicBezTo>
                <a:cubicBezTo>
                  <a:pt x="26938" y="132936"/>
                  <a:pt x="32660" y="140800"/>
                  <a:pt x="35463" y="149480"/>
                </a:cubicBezTo>
                <a:lnTo>
                  <a:pt x="113979" y="149480"/>
                </a:lnTo>
                <a:close/>
                <a:moveTo>
                  <a:pt x="112110" y="168166"/>
                </a:moveTo>
                <a:lnTo>
                  <a:pt x="37370" y="168166"/>
                </a:lnTo>
                <a:lnTo>
                  <a:pt x="37370" y="174394"/>
                </a:lnTo>
                <a:cubicBezTo>
                  <a:pt x="37370" y="191600"/>
                  <a:pt x="51306" y="205536"/>
                  <a:pt x="68512" y="205536"/>
                </a:cubicBezTo>
                <a:lnTo>
                  <a:pt x="80969" y="205536"/>
                </a:lnTo>
                <a:cubicBezTo>
                  <a:pt x="98174" y="205536"/>
                  <a:pt x="112110" y="191600"/>
                  <a:pt x="112110" y="174394"/>
                </a:cubicBezTo>
                <a:lnTo>
                  <a:pt x="112110" y="168166"/>
                </a:lnTo>
                <a:close/>
                <a:moveTo>
                  <a:pt x="71626" y="43598"/>
                </a:moveTo>
                <a:cubicBezTo>
                  <a:pt x="56133" y="43598"/>
                  <a:pt x="43598" y="56133"/>
                  <a:pt x="43598" y="71626"/>
                </a:cubicBezTo>
                <a:cubicBezTo>
                  <a:pt x="43598" y="76803"/>
                  <a:pt x="39433" y="80969"/>
                  <a:pt x="34256" y="80969"/>
                </a:cubicBezTo>
                <a:cubicBezTo>
                  <a:pt x="29079" y="80969"/>
                  <a:pt x="24913" y="76803"/>
                  <a:pt x="24913" y="71626"/>
                </a:cubicBezTo>
                <a:cubicBezTo>
                  <a:pt x="24913" y="45817"/>
                  <a:pt x="45817" y="24913"/>
                  <a:pt x="71626" y="24913"/>
                </a:cubicBezTo>
                <a:cubicBezTo>
                  <a:pt x="76803" y="24913"/>
                  <a:pt x="80969" y="29079"/>
                  <a:pt x="80969" y="34256"/>
                </a:cubicBezTo>
                <a:cubicBezTo>
                  <a:pt x="80969" y="39433"/>
                  <a:pt x="76803" y="43598"/>
                  <a:pt x="71626" y="43598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094281" y="8121772"/>
            <a:ext cx="14563797" cy="323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69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核心价值：</a:t>
            </a:r>
            <a:r>
              <a:rPr lang="en-US" sz="1569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Spark on Kubernetes 通过容器化和云原生架构，帮助企业构建</a:t>
            </a:r>
            <a:r>
              <a:rPr lang="en-US" sz="1569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高效、弹性、易运维</a:t>
            </a:r>
            <a:r>
              <a:rPr lang="en-US" sz="1569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的大数据计算平台，显著降低运维成本，提升业务敏捷性。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4855" y="494855"/>
            <a:ext cx="15365260" cy="29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9" b="1" kern="0" spc="78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COMPARISON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94855" y="890740"/>
            <a:ext cx="15488974" cy="4948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07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与传统架构对比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94855" y="1484566"/>
            <a:ext cx="1187653" cy="49486"/>
          </a:xfrm>
          <a:custGeom>
            <a:avLst/>
            <a:gdLst/>
            <a:ahLst/>
            <a:cxnLst/>
            <a:rect l="l" t="t" r="r" b="b"/>
            <a:pathLst>
              <a:path w="1187653" h="49486">
                <a:moveTo>
                  <a:pt x="0" y="0"/>
                </a:moveTo>
                <a:lnTo>
                  <a:pt x="1187653" y="0"/>
                </a:lnTo>
                <a:lnTo>
                  <a:pt x="1187653" y="49486"/>
                </a:lnTo>
                <a:lnTo>
                  <a:pt x="0" y="49486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4855" y="1731994"/>
          <a:ext cx="15266288" cy="4911440"/>
        </p:xfrm>
        <a:graphic>
          <a:graphicData uri="http://schemas.openxmlformats.org/drawingml/2006/table">
            <a:tbl>
              <a:tblPr/>
              <a:tblGrid>
                <a:gridCol w="2585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2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8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930">
                <a:tc>
                  <a:txBody>
                    <a:bodyPr/>
                    <a:lstStyle/>
                    <a:p>
                      <a:pPr algn="l"/>
                      <a:r>
                        <a:rPr lang="en-US" sz="1700" b="1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特性维度</a:t>
                      </a:r>
                      <a:endParaRPr lang="en-US" sz="1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b="1" u="none" dirty="0">
                          <a:solidFill>
                            <a:srgbClr val="4FD1C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Spark on Kubernetes</a:t>
                      </a:r>
                      <a:endParaRPr lang="en-US" sz="1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b="1" u="none" dirty="0">
                          <a:solidFill>
                            <a:srgbClr val="A0AEC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Spark Standalone</a:t>
                      </a:r>
                      <a:endParaRPr lang="en-US" sz="1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930">
                <a:tc>
                  <a:txBody>
                    <a:bodyPr/>
                    <a:lstStyle/>
                    <a:p>
                      <a:r>
                        <a:rPr lang="en-US" sz="1500" b="1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资源管理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A0AEC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动态分配，弹性伸缩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A0AEC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静态配置，固定分配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930">
                <a:tc>
                  <a:txBody>
                    <a:bodyPr/>
                    <a:lstStyle/>
                    <a:p>
                      <a:r>
                        <a:rPr lang="en-US" sz="1500" b="1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部署方式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A0AEC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容器化部署，环境一致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A0AEC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物理机/虚拟机部署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930">
                <a:tc>
                  <a:txBody>
                    <a:bodyPr/>
                    <a:lstStyle/>
                    <a:p>
                      <a:r>
                        <a:rPr lang="en-US" sz="1500" b="1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调度策略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A0AEC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Kubernetes 原生调度 + 自定义调度器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A0AEC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Spark 内置调度器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930">
                <a:tc>
                  <a:txBody>
                    <a:bodyPr/>
                    <a:lstStyle/>
                    <a:p>
                      <a:r>
                        <a:rPr lang="en-US" sz="1500" b="1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资源隔离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A0AEC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容器级别强隔离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A0AEC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进程级别隔离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930">
                <a:tc>
                  <a:txBody>
                    <a:bodyPr/>
                    <a:lstStyle/>
                    <a:p>
                      <a:r>
                        <a:rPr lang="en-US" sz="1500" b="1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扩展性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A0AEC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云原生无限扩展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A0AEC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受限于集群规模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3930">
                <a:tc>
                  <a:txBody>
                    <a:bodyPr/>
                    <a:lstStyle/>
                    <a:p>
                      <a:r>
                        <a:rPr lang="en-US" sz="1500" b="1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运维复杂度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A0AEC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低，标准化运维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A0AEC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高，需要定制化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3930">
                <a:tc>
                  <a:txBody>
                    <a:bodyPr/>
                    <a:lstStyle/>
                    <a:p>
                      <a:r>
                        <a:rPr lang="en-US" sz="1500" b="1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Shuffle 服务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A0AEC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支持动态分配无需外部 Shuffle 服务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A0AEC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需要部署和维护外部 Shuffle 服务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19598" y="6841376"/>
            <a:ext cx="7509431" cy="1806222"/>
          </a:xfrm>
          <a:custGeom>
            <a:avLst/>
            <a:gdLst/>
            <a:ahLst/>
            <a:cxnLst/>
            <a:rect l="l" t="t" r="r" b="b"/>
            <a:pathLst>
              <a:path w="7509431" h="1806222">
                <a:moveTo>
                  <a:pt x="49486" y="0"/>
                </a:moveTo>
                <a:lnTo>
                  <a:pt x="7410468" y="0"/>
                </a:lnTo>
                <a:cubicBezTo>
                  <a:pt x="7465124" y="0"/>
                  <a:pt x="7509431" y="44307"/>
                  <a:pt x="7509431" y="98963"/>
                </a:cubicBezTo>
                <a:lnTo>
                  <a:pt x="7509431" y="1707259"/>
                </a:lnTo>
                <a:cubicBezTo>
                  <a:pt x="7509431" y="1761915"/>
                  <a:pt x="7465124" y="1806222"/>
                  <a:pt x="7410468" y="1806222"/>
                </a:cubicBezTo>
                <a:lnTo>
                  <a:pt x="49486" y="1806222"/>
                </a:lnTo>
                <a:cubicBezTo>
                  <a:pt x="22174" y="1806222"/>
                  <a:pt x="0" y="1784048"/>
                  <a:pt x="0" y="1756737"/>
                </a:cubicBezTo>
                <a:lnTo>
                  <a:pt x="0" y="49486"/>
                </a:lnTo>
                <a:cubicBezTo>
                  <a:pt x="0" y="22155"/>
                  <a:pt x="22155" y="0"/>
                  <a:pt x="49486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519598" y="6841376"/>
            <a:ext cx="49486" cy="1806222"/>
          </a:xfrm>
          <a:custGeom>
            <a:avLst/>
            <a:gdLst/>
            <a:ahLst/>
            <a:cxnLst/>
            <a:rect l="l" t="t" r="r" b="b"/>
            <a:pathLst>
              <a:path w="49486" h="1806222">
                <a:moveTo>
                  <a:pt x="49486" y="0"/>
                </a:moveTo>
                <a:lnTo>
                  <a:pt x="49486" y="0"/>
                </a:lnTo>
                <a:lnTo>
                  <a:pt x="49486" y="1806222"/>
                </a:lnTo>
                <a:lnTo>
                  <a:pt x="49486" y="1806222"/>
                </a:lnTo>
                <a:cubicBezTo>
                  <a:pt x="22174" y="1806222"/>
                  <a:pt x="0" y="1784048"/>
                  <a:pt x="0" y="1756737"/>
                </a:cubicBezTo>
                <a:lnTo>
                  <a:pt x="0" y="49486"/>
                </a:lnTo>
                <a:cubicBezTo>
                  <a:pt x="0" y="22174"/>
                  <a:pt x="22174" y="0"/>
                  <a:pt x="49486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773212" y="7101175"/>
            <a:ext cx="222685" cy="222685"/>
          </a:xfrm>
          <a:custGeom>
            <a:avLst/>
            <a:gdLst/>
            <a:ahLst/>
            <a:cxnLst/>
            <a:rect l="l" t="t" r="r" b="b"/>
            <a:pathLst>
              <a:path w="222685" h="222685">
                <a:moveTo>
                  <a:pt x="111342" y="222685"/>
                </a:moveTo>
                <a:cubicBezTo>
                  <a:pt x="172794" y="222685"/>
                  <a:pt x="222685" y="172794"/>
                  <a:pt x="222685" y="111342"/>
                </a:cubicBezTo>
                <a:cubicBezTo>
                  <a:pt x="222685" y="49891"/>
                  <a:pt x="172794" y="0"/>
                  <a:pt x="111342" y="0"/>
                </a:cubicBezTo>
                <a:cubicBezTo>
                  <a:pt x="49891" y="0"/>
                  <a:pt x="0" y="49891"/>
                  <a:pt x="0" y="111342"/>
                </a:cubicBezTo>
                <a:cubicBezTo>
                  <a:pt x="0" y="172794"/>
                  <a:pt x="49891" y="222685"/>
                  <a:pt x="111342" y="222685"/>
                </a:cubicBezTo>
                <a:close/>
                <a:moveTo>
                  <a:pt x="148051" y="92510"/>
                </a:moveTo>
                <a:lnTo>
                  <a:pt x="113256" y="148181"/>
                </a:lnTo>
                <a:cubicBezTo>
                  <a:pt x="111429" y="151095"/>
                  <a:pt x="108298" y="152922"/>
                  <a:pt x="104862" y="153096"/>
                </a:cubicBezTo>
                <a:cubicBezTo>
                  <a:pt x="101426" y="153270"/>
                  <a:pt x="98121" y="151704"/>
                  <a:pt x="96076" y="148921"/>
                </a:cubicBezTo>
                <a:lnTo>
                  <a:pt x="75200" y="121085"/>
                </a:lnTo>
                <a:cubicBezTo>
                  <a:pt x="71720" y="116475"/>
                  <a:pt x="72677" y="109951"/>
                  <a:pt x="77287" y="106471"/>
                </a:cubicBezTo>
                <a:cubicBezTo>
                  <a:pt x="81898" y="102992"/>
                  <a:pt x="88422" y="103949"/>
                  <a:pt x="91901" y="108559"/>
                </a:cubicBezTo>
                <a:lnTo>
                  <a:pt x="103644" y="124216"/>
                </a:lnTo>
                <a:lnTo>
                  <a:pt x="130349" y="81463"/>
                </a:lnTo>
                <a:cubicBezTo>
                  <a:pt x="133393" y="76591"/>
                  <a:pt x="139830" y="75069"/>
                  <a:pt x="144745" y="78157"/>
                </a:cubicBezTo>
                <a:cubicBezTo>
                  <a:pt x="149660" y="81245"/>
                  <a:pt x="151139" y="87639"/>
                  <a:pt x="148051" y="92553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6"/>
          <p:cNvSpPr/>
          <p:nvPr/>
        </p:nvSpPr>
        <p:spPr>
          <a:xfrm>
            <a:off x="1026825" y="7039318"/>
            <a:ext cx="6915604" cy="34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53" b="1" dirty="0">
                <a:solidFill>
                  <a:srgbClr val="4FD1C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调度器支持说明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2283" y="7484688"/>
            <a:ext cx="7187775" cy="964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59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 on Kubernetes 支持使用 Kubernetes 原生调度器，同时可以通过配置指定自定义调度器（如 </a:t>
            </a:r>
            <a:r>
              <a:rPr lang="en-US" sz="1559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Volcano、Kube-batch</a:t>
            </a:r>
            <a:r>
              <a:rPr lang="en-US" sz="1559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等批量调度器），实现更复杂的调度需求。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250264" y="6841376"/>
            <a:ext cx="7509431" cy="1806222"/>
          </a:xfrm>
          <a:custGeom>
            <a:avLst/>
            <a:gdLst/>
            <a:ahLst/>
            <a:cxnLst/>
            <a:rect l="l" t="t" r="r" b="b"/>
            <a:pathLst>
              <a:path w="7509431" h="1806222">
                <a:moveTo>
                  <a:pt x="49486" y="0"/>
                </a:moveTo>
                <a:lnTo>
                  <a:pt x="7410468" y="0"/>
                </a:lnTo>
                <a:cubicBezTo>
                  <a:pt x="7465124" y="0"/>
                  <a:pt x="7509431" y="44307"/>
                  <a:pt x="7509431" y="98963"/>
                </a:cubicBezTo>
                <a:lnTo>
                  <a:pt x="7509431" y="1707259"/>
                </a:lnTo>
                <a:cubicBezTo>
                  <a:pt x="7509431" y="1761915"/>
                  <a:pt x="7465124" y="1806222"/>
                  <a:pt x="7410468" y="1806222"/>
                </a:cubicBezTo>
                <a:lnTo>
                  <a:pt x="49486" y="1806222"/>
                </a:lnTo>
                <a:cubicBezTo>
                  <a:pt x="22174" y="1806222"/>
                  <a:pt x="0" y="1784048"/>
                  <a:pt x="0" y="1756737"/>
                </a:cubicBezTo>
                <a:lnTo>
                  <a:pt x="0" y="49486"/>
                </a:lnTo>
                <a:cubicBezTo>
                  <a:pt x="0" y="22155"/>
                  <a:pt x="22155" y="0"/>
                  <a:pt x="49486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8250264" y="6841376"/>
            <a:ext cx="49486" cy="1806222"/>
          </a:xfrm>
          <a:custGeom>
            <a:avLst/>
            <a:gdLst/>
            <a:ahLst/>
            <a:cxnLst/>
            <a:rect l="l" t="t" r="r" b="b"/>
            <a:pathLst>
              <a:path w="49486" h="1806222">
                <a:moveTo>
                  <a:pt x="49486" y="0"/>
                </a:moveTo>
                <a:lnTo>
                  <a:pt x="49486" y="0"/>
                </a:lnTo>
                <a:lnTo>
                  <a:pt x="49486" y="1806222"/>
                </a:lnTo>
                <a:lnTo>
                  <a:pt x="49486" y="1806222"/>
                </a:lnTo>
                <a:cubicBezTo>
                  <a:pt x="22174" y="1806222"/>
                  <a:pt x="0" y="1784048"/>
                  <a:pt x="0" y="1756737"/>
                </a:cubicBezTo>
                <a:lnTo>
                  <a:pt x="0" y="49486"/>
                </a:lnTo>
                <a:cubicBezTo>
                  <a:pt x="0" y="22174"/>
                  <a:pt x="22174" y="0"/>
                  <a:pt x="49486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8503877" y="7101175"/>
            <a:ext cx="222685" cy="222685"/>
          </a:xfrm>
          <a:custGeom>
            <a:avLst/>
            <a:gdLst/>
            <a:ahLst/>
            <a:cxnLst/>
            <a:rect l="l" t="t" r="r" b="b"/>
            <a:pathLst>
              <a:path w="222685" h="222685">
                <a:moveTo>
                  <a:pt x="111342" y="222685"/>
                </a:moveTo>
                <a:cubicBezTo>
                  <a:pt x="172794" y="222685"/>
                  <a:pt x="222685" y="172794"/>
                  <a:pt x="222685" y="111342"/>
                </a:cubicBezTo>
                <a:cubicBezTo>
                  <a:pt x="222685" y="49891"/>
                  <a:pt x="172794" y="0"/>
                  <a:pt x="111342" y="0"/>
                </a:cubicBezTo>
                <a:cubicBezTo>
                  <a:pt x="49891" y="0"/>
                  <a:pt x="0" y="49891"/>
                  <a:pt x="0" y="111342"/>
                </a:cubicBezTo>
                <a:cubicBezTo>
                  <a:pt x="0" y="172794"/>
                  <a:pt x="49891" y="222685"/>
                  <a:pt x="111342" y="222685"/>
                </a:cubicBezTo>
                <a:close/>
                <a:moveTo>
                  <a:pt x="97425" y="69589"/>
                </a:moveTo>
                <a:cubicBezTo>
                  <a:pt x="97425" y="61908"/>
                  <a:pt x="103661" y="55671"/>
                  <a:pt x="111342" y="55671"/>
                </a:cubicBezTo>
                <a:cubicBezTo>
                  <a:pt x="119024" y="55671"/>
                  <a:pt x="125260" y="61908"/>
                  <a:pt x="125260" y="69589"/>
                </a:cubicBezTo>
                <a:cubicBezTo>
                  <a:pt x="125260" y="77270"/>
                  <a:pt x="119024" y="83507"/>
                  <a:pt x="111342" y="83507"/>
                </a:cubicBezTo>
                <a:cubicBezTo>
                  <a:pt x="103661" y="83507"/>
                  <a:pt x="97425" y="77270"/>
                  <a:pt x="97425" y="69589"/>
                </a:cubicBezTo>
                <a:close/>
                <a:moveTo>
                  <a:pt x="93945" y="97425"/>
                </a:moveTo>
                <a:lnTo>
                  <a:pt x="114822" y="97425"/>
                </a:lnTo>
                <a:cubicBezTo>
                  <a:pt x="120607" y="97425"/>
                  <a:pt x="125260" y="102078"/>
                  <a:pt x="125260" y="107863"/>
                </a:cubicBezTo>
                <a:lnTo>
                  <a:pt x="125260" y="146137"/>
                </a:lnTo>
                <a:lnTo>
                  <a:pt x="128740" y="146137"/>
                </a:lnTo>
                <a:cubicBezTo>
                  <a:pt x="134524" y="146137"/>
                  <a:pt x="139178" y="150791"/>
                  <a:pt x="139178" y="156575"/>
                </a:cubicBezTo>
                <a:cubicBezTo>
                  <a:pt x="139178" y="162360"/>
                  <a:pt x="134524" y="167014"/>
                  <a:pt x="128740" y="167014"/>
                </a:cubicBezTo>
                <a:lnTo>
                  <a:pt x="93945" y="167014"/>
                </a:lnTo>
                <a:cubicBezTo>
                  <a:pt x="88161" y="167014"/>
                  <a:pt x="83507" y="162360"/>
                  <a:pt x="83507" y="156575"/>
                </a:cubicBezTo>
                <a:cubicBezTo>
                  <a:pt x="83507" y="150791"/>
                  <a:pt x="88161" y="146137"/>
                  <a:pt x="93945" y="146137"/>
                </a:cubicBezTo>
                <a:lnTo>
                  <a:pt x="104384" y="146137"/>
                </a:lnTo>
                <a:lnTo>
                  <a:pt x="104384" y="118301"/>
                </a:lnTo>
                <a:lnTo>
                  <a:pt x="93945" y="118301"/>
                </a:lnTo>
                <a:cubicBezTo>
                  <a:pt x="88161" y="118301"/>
                  <a:pt x="83507" y="113648"/>
                  <a:pt x="83507" y="107863"/>
                </a:cubicBezTo>
                <a:cubicBezTo>
                  <a:pt x="83507" y="102078"/>
                  <a:pt x="88161" y="97425"/>
                  <a:pt x="93945" y="97425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8757491" y="7039318"/>
            <a:ext cx="6915604" cy="34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53" b="1" dirty="0">
                <a:solidFill>
                  <a:srgbClr val="F6AD5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Shuffle 服务说明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472949" y="7484688"/>
            <a:ext cx="7187775" cy="964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59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通过启用 </a:t>
            </a:r>
            <a:r>
              <a:rPr lang="en-US" sz="1559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spark.dynamicAllocation.shuffleTracking.enabled=true</a:t>
            </a:r>
            <a:r>
              <a:rPr lang="en-US" sz="1559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配置，Spark 可以跟踪 Executor 中的 shuffle 数据，允许动态资源分配而无需外部 Shuffle 服务。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ronteff.com/3629b8ea2a1a2c93e3d9c6b815e33806458f86f3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5556" r="5556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/>
              </a:gs>
              <a:gs pos="50000">
                <a:srgbClr val="1A202C">
                  <a:alpha val="90000"/>
                </a:srgbClr>
              </a:gs>
              <a:gs pos="100000">
                <a:srgbClr val="1A202C">
                  <a:alpha val="6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33400" y="2928938"/>
            <a:ext cx="2070100" cy="558800"/>
          </a:xfrm>
          <a:custGeom>
            <a:avLst/>
            <a:gdLst/>
            <a:ahLst/>
            <a:cxnLst/>
            <a:rect l="l" t="t" r="r" b="b"/>
            <a:pathLst>
              <a:path w="2070100" h="558800">
                <a:moveTo>
                  <a:pt x="0" y="0"/>
                </a:moveTo>
                <a:lnTo>
                  <a:pt x="2070100" y="0"/>
                </a:lnTo>
                <a:lnTo>
                  <a:pt x="20701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533400" y="2928938"/>
            <a:ext cx="50800" cy="558800"/>
          </a:xfrm>
          <a:custGeom>
            <a:avLst/>
            <a:gdLst/>
            <a:ahLst/>
            <a:cxnLst/>
            <a:rect l="l" t="t" r="r" b="b"/>
            <a:pathLst>
              <a:path w="50800" h="558800">
                <a:moveTo>
                  <a:pt x="0" y="0"/>
                </a:moveTo>
                <a:lnTo>
                  <a:pt x="50800" y="0"/>
                </a:lnTo>
                <a:lnTo>
                  <a:pt x="50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62000" y="3030538"/>
            <a:ext cx="1765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kern="0" spc="100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792538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核心组件解析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240338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508000" y="5595938"/>
            <a:ext cx="154305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深入理解各组件职责与交互机制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4103" y="494103"/>
            <a:ext cx="1536661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kern="0" spc="78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94103" y="889386"/>
            <a:ext cx="15490140" cy="494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02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Spark Submit Client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94103" y="1531720"/>
            <a:ext cx="1185848" cy="49410"/>
          </a:xfrm>
          <a:custGeom>
            <a:avLst/>
            <a:gdLst/>
            <a:ahLst/>
            <a:cxnLst/>
            <a:rect l="l" t="t" r="r" b="b"/>
            <a:pathLst>
              <a:path w="1185848" h="49410">
                <a:moveTo>
                  <a:pt x="0" y="0"/>
                </a:moveTo>
                <a:lnTo>
                  <a:pt x="1185848" y="0"/>
                </a:lnTo>
                <a:lnTo>
                  <a:pt x="1185848" y="49410"/>
                </a:lnTo>
                <a:lnTo>
                  <a:pt x="0" y="4941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18809" y="1976413"/>
            <a:ext cx="10055003" cy="1692304"/>
          </a:xfrm>
          <a:custGeom>
            <a:avLst/>
            <a:gdLst/>
            <a:ahLst/>
            <a:cxnLst/>
            <a:rect l="l" t="t" r="r" b="b"/>
            <a:pathLst>
              <a:path w="10055003" h="1692304">
                <a:moveTo>
                  <a:pt x="49410" y="0"/>
                </a:moveTo>
                <a:lnTo>
                  <a:pt x="9956189" y="0"/>
                </a:lnTo>
                <a:cubicBezTo>
                  <a:pt x="10010763" y="0"/>
                  <a:pt x="10055003" y="44240"/>
                  <a:pt x="10055003" y="98814"/>
                </a:cubicBezTo>
                <a:lnTo>
                  <a:pt x="10055003" y="1593490"/>
                </a:lnTo>
                <a:cubicBezTo>
                  <a:pt x="10055003" y="1648064"/>
                  <a:pt x="10010763" y="1692304"/>
                  <a:pt x="9956189" y="1692304"/>
                </a:cubicBezTo>
                <a:lnTo>
                  <a:pt x="49410" y="1692304"/>
                </a:lnTo>
                <a:cubicBezTo>
                  <a:pt x="22122" y="1692304"/>
                  <a:pt x="0" y="1670182"/>
                  <a:pt x="0" y="1642894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18809" y="1976413"/>
            <a:ext cx="49410" cy="1692304"/>
          </a:xfrm>
          <a:custGeom>
            <a:avLst/>
            <a:gdLst/>
            <a:ahLst/>
            <a:cxnLst/>
            <a:rect l="l" t="t" r="r" b="b"/>
            <a:pathLst>
              <a:path w="49410" h="1692304">
                <a:moveTo>
                  <a:pt x="49410" y="0"/>
                </a:moveTo>
                <a:lnTo>
                  <a:pt x="49410" y="0"/>
                </a:lnTo>
                <a:lnTo>
                  <a:pt x="49410" y="1692304"/>
                </a:lnTo>
                <a:lnTo>
                  <a:pt x="49410" y="1692304"/>
                </a:lnTo>
                <a:cubicBezTo>
                  <a:pt x="22122" y="1692304"/>
                  <a:pt x="0" y="1670182"/>
                  <a:pt x="0" y="1642894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39976" y="2272875"/>
            <a:ext cx="592924" cy="592924"/>
          </a:xfrm>
          <a:custGeom>
            <a:avLst/>
            <a:gdLst/>
            <a:ahLst/>
            <a:cxnLst/>
            <a:rect l="l" t="t" r="r" b="b"/>
            <a:pathLst>
              <a:path w="592924" h="592924">
                <a:moveTo>
                  <a:pt x="98823" y="0"/>
                </a:moveTo>
                <a:lnTo>
                  <a:pt x="494101" y="0"/>
                </a:lnTo>
                <a:cubicBezTo>
                  <a:pt x="548680" y="0"/>
                  <a:pt x="592924" y="44244"/>
                  <a:pt x="592924" y="98823"/>
                </a:cubicBezTo>
                <a:lnTo>
                  <a:pt x="592924" y="494101"/>
                </a:lnTo>
                <a:cubicBezTo>
                  <a:pt x="592924" y="548680"/>
                  <a:pt x="548680" y="592924"/>
                  <a:pt x="494101" y="592924"/>
                </a:cubicBezTo>
                <a:lnTo>
                  <a:pt x="98823" y="592924"/>
                </a:lnTo>
                <a:cubicBezTo>
                  <a:pt x="44244" y="592924"/>
                  <a:pt x="0" y="548680"/>
                  <a:pt x="0" y="494101"/>
                </a:cubicBezTo>
                <a:lnTo>
                  <a:pt x="0" y="98823"/>
                </a:lnTo>
                <a:cubicBezTo>
                  <a:pt x="0" y="44244"/>
                  <a:pt x="44244" y="0"/>
                  <a:pt x="98823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012912" y="2445812"/>
            <a:ext cx="247052" cy="247052"/>
          </a:xfrm>
          <a:custGeom>
            <a:avLst/>
            <a:gdLst/>
            <a:ahLst/>
            <a:cxnLst/>
            <a:rect l="l" t="t" r="r" b="b"/>
            <a:pathLst>
              <a:path w="247052" h="247052">
                <a:moveTo>
                  <a:pt x="4536" y="57227"/>
                </a:moveTo>
                <a:cubicBezTo>
                  <a:pt x="-1496" y="51196"/>
                  <a:pt x="-1496" y="41400"/>
                  <a:pt x="4536" y="35369"/>
                </a:cubicBezTo>
                <a:cubicBezTo>
                  <a:pt x="10567" y="29337"/>
                  <a:pt x="20362" y="29337"/>
                  <a:pt x="26394" y="35369"/>
                </a:cubicBezTo>
                <a:lnTo>
                  <a:pt x="103598" y="112573"/>
                </a:lnTo>
                <a:cubicBezTo>
                  <a:pt x="109629" y="118604"/>
                  <a:pt x="109629" y="128399"/>
                  <a:pt x="103598" y="134431"/>
                </a:cubicBezTo>
                <a:lnTo>
                  <a:pt x="26394" y="211634"/>
                </a:lnTo>
                <a:cubicBezTo>
                  <a:pt x="20362" y="217666"/>
                  <a:pt x="10567" y="217666"/>
                  <a:pt x="4536" y="211634"/>
                </a:cubicBezTo>
                <a:cubicBezTo>
                  <a:pt x="-1496" y="205603"/>
                  <a:pt x="-1496" y="195808"/>
                  <a:pt x="4536" y="189776"/>
                </a:cubicBezTo>
                <a:lnTo>
                  <a:pt x="70786" y="123526"/>
                </a:lnTo>
                <a:lnTo>
                  <a:pt x="4536" y="57227"/>
                </a:lnTo>
                <a:close/>
                <a:moveTo>
                  <a:pt x="108085" y="185289"/>
                </a:moveTo>
                <a:lnTo>
                  <a:pt x="231611" y="185289"/>
                </a:lnTo>
                <a:cubicBezTo>
                  <a:pt x="240152" y="185289"/>
                  <a:pt x="247052" y="192189"/>
                  <a:pt x="247052" y="200729"/>
                </a:cubicBezTo>
                <a:cubicBezTo>
                  <a:pt x="247052" y="209270"/>
                  <a:pt x="240152" y="216170"/>
                  <a:pt x="231611" y="216170"/>
                </a:cubicBezTo>
                <a:lnTo>
                  <a:pt x="108085" y="216170"/>
                </a:lnTo>
                <a:cubicBezTo>
                  <a:pt x="99544" y="216170"/>
                  <a:pt x="92644" y="209270"/>
                  <a:pt x="92644" y="200729"/>
                </a:cubicBezTo>
                <a:cubicBezTo>
                  <a:pt x="92644" y="192189"/>
                  <a:pt x="99544" y="185289"/>
                  <a:pt x="108085" y="185289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630541" y="2272875"/>
            <a:ext cx="8770334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4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应用程序提交入口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30541" y="2717568"/>
            <a:ext cx="8745629" cy="654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56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 </a:t>
            </a:r>
            <a:r>
              <a:rPr lang="en-US" sz="1556" dirty="0">
                <a:solidFill>
                  <a:srgbClr val="4FD1C5"/>
                </a:solidFill>
                <a:highlight>
                  <a:srgbClr val="1A202C">
                    <a:alpha val="6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spark-submit </a:t>
            </a:r>
            <a:r>
              <a:rPr lang="en-US" sz="1556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命令行工具与 Kubernetes API Server 交互，作为应用程序提交的起点，负责将用户作业提交到 Kubernetes 集群。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8809" y="3909593"/>
            <a:ext cx="10055003" cy="1679951"/>
          </a:xfrm>
          <a:custGeom>
            <a:avLst/>
            <a:gdLst/>
            <a:ahLst/>
            <a:cxnLst/>
            <a:rect l="l" t="t" r="r" b="b"/>
            <a:pathLst>
              <a:path w="10055003" h="1679951">
                <a:moveTo>
                  <a:pt x="49410" y="0"/>
                </a:moveTo>
                <a:lnTo>
                  <a:pt x="9956188" y="0"/>
                </a:lnTo>
                <a:cubicBezTo>
                  <a:pt x="10010762" y="0"/>
                  <a:pt x="10055003" y="44241"/>
                  <a:pt x="10055003" y="98815"/>
                </a:cubicBezTo>
                <a:lnTo>
                  <a:pt x="10055003" y="1581137"/>
                </a:lnTo>
                <a:cubicBezTo>
                  <a:pt x="10055003" y="1635711"/>
                  <a:pt x="10010762" y="1679951"/>
                  <a:pt x="9956188" y="1679951"/>
                </a:cubicBezTo>
                <a:lnTo>
                  <a:pt x="49410" y="1679951"/>
                </a:lnTo>
                <a:cubicBezTo>
                  <a:pt x="22122" y="1679951"/>
                  <a:pt x="0" y="1657830"/>
                  <a:pt x="0" y="1630541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18809" y="3909593"/>
            <a:ext cx="49410" cy="1679951"/>
          </a:xfrm>
          <a:custGeom>
            <a:avLst/>
            <a:gdLst/>
            <a:ahLst/>
            <a:cxnLst/>
            <a:rect l="l" t="t" r="r" b="b"/>
            <a:pathLst>
              <a:path w="49410" h="1679951">
                <a:moveTo>
                  <a:pt x="49410" y="0"/>
                </a:moveTo>
                <a:lnTo>
                  <a:pt x="49410" y="0"/>
                </a:lnTo>
                <a:lnTo>
                  <a:pt x="49410" y="1679951"/>
                </a:lnTo>
                <a:lnTo>
                  <a:pt x="49410" y="1679951"/>
                </a:lnTo>
                <a:cubicBezTo>
                  <a:pt x="22122" y="1679951"/>
                  <a:pt x="0" y="1657830"/>
                  <a:pt x="0" y="1630541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39976" y="4206055"/>
            <a:ext cx="592924" cy="592924"/>
          </a:xfrm>
          <a:custGeom>
            <a:avLst/>
            <a:gdLst/>
            <a:ahLst/>
            <a:cxnLst/>
            <a:rect l="l" t="t" r="r" b="b"/>
            <a:pathLst>
              <a:path w="592924" h="592924">
                <a:moveTo>
                  <a:pt x="98823" y="0"/>
                </a:moveTo>
                <a:lnTo>
                  <a:pt x="494101" y="0"/>
                </a:lnTo>
                <a:cubicBezTo>
                  <a:pt x="548680" y="0"/>
                  <a:pt x="592924" y="44244"/>
                  <a:pt x="592924" y="98823"/>
                </a:cubicBezTo>
                <a:lnTo>
                  <a:pt x="592924" y="494101"/>
                </a:lnTo>
                <a:cubicBezTo>
                  <a:pt x="592924" y="548680"/>
                  <a:pt x="548680" y="592924"/>
                  <a:pt x="494101" y="592924"/>
                </a:cubicBezTo>
                <a:lnTo>
                  <a:pt x="98823" y="592924"/>
                </a:lnTo>
                <a:cubicBezTo>
                  <a:pt x="44244" y="592924"/>
                  <a:pt x="0" y="548680"/>
                  <a:pt x="0" y="494101"/>
                </a:cubicBezTo>
                <a:lnTo>
                  <a:pt x="0" y="98823"/>
                </a:lnTo>
                <a:cubicBezTo>
                  <a:pt x="0" y="44244"/>
                  <a:pt x="44244" y="0"/>
                  <a:pt x="98823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982030" y="4378991"/>
            <a:ext cx="308815" cy="247052"/>
          </a:xfrm>
          <a:custGeom>
            <a:avLst/>
            <a:gdLst/>
            <a:ahLst/>
            <a:cxnLst/>
            <a:rect l="l" t="t" r="r" b="b"/>
            <a:pathLst>
              <a:path w="308815" h="247052">
                <a:moveTo>
                  <a:pt x="200681" y="101571"/>
                </a:moveTo>
                <a:cubicBezTo>
                  <a:pt x="206568" y="99979"/>
                  <a:pt x="212744" y="102777"/>
                  <a:pt x="215398" y="108230"/>
                </a:cubicBezTo>
                <a:lnTo>
                  <a:pt x="224373" y="126373"/>
                </a:lnTo>
                <a:cubicBezTo>
                  <a:pt x="229343" y="127048"/>
                  <a:pt x="234217" y="128399"/>
                  <a:pt x="238801" y="130281"/>
                </a:cubicBezTo>
                <a:lnTo>
                  <a:pt x="255689" y="119038"/>
                </a:lnTo>
                <a:cubicBezTo>
                  <a:pt x="260755" y="115661"/>
                  <a:pt x="267462" y="116336"/>
                  <a:pt x="271757" y="120631"/>
                </a:cubicBezTo>
                <a:lnTo>
                  <a:pt x="281021" y="129895"/>
                </a:lnTo>
                <a:cubicBezTo>
                  <a:pt x="285316" y="134190"/>
                  <a:pt x="285991" y="140945"/>
                  <a:pt x="282614" y="145963"/>
                </a:cubicBezTo>
                <a:lnTo>
                  <a:pt x="271371" y="162803"/>
                </a:lnTo>
                <a:cubicBezTo>
                  <a:pt x="272288" y="165071"/>
                  <a:pt x="273108" y="167435"/>
                  <a:pt x="273783" y="169896"/>
                </a:cubicBezTo>
                <a:cubicBezTo>
                  <a:pt x="274459" y="172357"/>
                  <a:pt x="274893" y="174770"/>
                  <a:pt x="275231" y="177231"/>
                </a:cubicBezTo>
                <a:lnTo>
                  <a:pt x="293422" y="186206"/>
                </a:lnTo>
                <a:cubicBezTo>
                  <a:pt x="298875" y="188908"/>
                  <a:pt x="301673" y="195084"/>
                  <a:pt x="300081" y="200922"/>
                </a:cubicBezTo>
                <a:lnTo>
                  <a:pt x="296703" y="213565"/>
                </a:lnTo>
                <a:cubicBezTo>
                  <a:pt x="295111" y="219403"/>
                  <a:pt x="289658" y="223360"/>
                  <a:pt x="283579" y="222974"/>
                </a:cubicBezTo>
                <a:lnTo>
                  <a:pt x="263313" y="221671"/>
                </a:lnTo>
                <a:cubicBezTo>
                  <a:pt x="260273" y="225579"/>
                  <a:pt x="256750" y="229198"/>
                  <a:pt x="252745" y="232286"/>
                </a:cubicBezTo>
                <a:lnTo>
                  <a:pt x="254048" y="252504"/>
                </a:lnTo>
                <a:cubicBezTo>
                  <a:pt x="254434" y="258584"/>
                  <a:pt x="250478" y="264085"/>
                  <a:pt x="244639" y="265629"/>
                </a:cubicBezTo>
                <a:lnTo>
                  <a:pt x="231997" y="269006"/>
                </a:lnTo>
                <a:cubicBezTo>
                  <a:pt x="226110" y="270599"/>
                  <a:pt x="219982" y="267800"/>
                  <a:pt x="217280" y="262348"/>
                </a:cubicBezTo>
                <a:lnTo>
                  <a:pt x="208305" y="244205"/>
                </a:lnTo>
                <a:cubicBezTo>
                  <a:pt x="203335" y="243529"/>
                  <a:pt x="198462" y="242178"/>
                  <a:pt x="193878" y="240296"/>
                </a:cubicBezTo>
                <a:lnTo>
                  <a:pt x="176989" y="251539"/>
                </a:lnTo>
                <a:cubicBezTo>
                  <a:pt x="171923" y="254917"/>
                  <a:pt x="165216" y="254241"/>
                  <a:pt x="160921" y="249947"/>
                </a:cubicBezTo>
                <a:lnTo>
                  <a:pt x="151657" y="240682"/>
                </a:lnTo>
                <a:cubicBezTo>
                  <a:pt x="147362" y="236388"/>
                  <a:pt x="146687" y="229681"/>
                  <a:pt x="150065" y="224614"/>
                </a:cubicBezTo>
                <a:lnTo>
                  <a:pt x="161307" y="207726"/>
                </a:lnTo>
                <a:cubicBezTo>
                  <a:pt x="160391" y="205458"/>
                  <a:pt x="159570" y="203094"/>
                  <a:pt x="158895" y="200633"/>
                </a:cubicBezTo>
                <a:cubicBezTo>
                  <a:pt x="158219" y="198172"/>
                  <a:pt x="157785" y="195711"/>
                  <a:pt x="157447" y="193299"/>
                </a:cubicBezTo>
                <a:lnTo>
                  <a:pt x="139256" y="184324"/>
                </a:lnTo>
                <a:cubicBezTo>
                  <a:pt x="133804" y="181622"/>
                  <a:pt x="131053" y="175445"/>
                  <a:pt x="132597" y="169607"/>
                </a:cubicBezTo>
                <a:lnTo>
                  <a:pt x="135975" y="156965"/>
                </a:lnTo>
                <a:cubicBezTo>
                  <a:pt x="137567" y="151126"/>
                  <a:pt x="143020" y="147169"/>
                  <a:pt x="149100" y="147555"/>
                </a:cubicBezTo>
                <a:lnTo>
                  <a:pt x="169317" y="148858"/>
                </a:lnTo>
                <a:cubicBezTo>
                  <a:pt x="172357" y="144950"/>
                  <a:pt x="175880" y="141331"/>
                  <a:pt x="179884" y="138243"/>
                </a:cubicBezTo>
                <a:lnTo>
                  <a:pt x="178582" y="118073"/>
                </a:lnTo>
                <a:cubicBezTo>
                  <a:pt x="178196" y="111994"/>
                  <a:pt x="182152" y="106493"/>
                  <a:pt x="187991" y="104949"/>
                </a:cubicBezTo>
                <a:lnTo>
                  <a:pt x="200633" y="101571"/>
                </a:lnTo>
                <a:close/>
                <a:moveTo>
                  <a:pt x="216363" y="164058"/>
                </a:moveTo>
                <a:cubicBezTo>
                  <a:pt x="204646" y="164071"/>
                  <a:pt x="195143" y="173595"/>
                  <a:pt x="195156" y="185313"/>
                </a:cubicBezTo>
                <a:cubicBezTo>
                  <a:pt x="195170" y="197031"/>
                  <a:pt x="204694" y="206533"/>
                  <a:pt x="216411" y="206520"/>
                </a:cubicBezTo>
                <a:cubicBezTo>
                  <a:pt x="228129" y="206506"/>
                  <a:pt x="237632" y="196982"/>
                  <a:pt x="237618" y="185265"/>
                </a:cubicBezTo>
                <a:cubicBezTo>
                  <a:pt x="237605" y="173547"/>
                  <a:pt x="228081" y="164044"/>
                  <a:pt x="216363" y="164058"/>
                </a:cubicBezTo>
                <a:close/>
                <a:moveTo>
                  <a:pt x="108519" y="-21955"/>
                </a:moveTo>
                <a:lnTo>
                  <a:pt x="121161" y="-18577"/>
                </a:lnTo>
                <a:cubicBezTo>
                  <a:pt x="127000" y="-16985"/>
                  <a:pt x="130957" y="-11484"/>
                  <a:pt x="130571" y="-5453"/>
                </a:cubicBezTo>
                <a:lnTo>
                  <a:pt x="129268" y="14717"/>
                </a:lnTo>
                <a:cubicBezTo>
                  <a:pt x="133273" y="17805"/>
                  <a:pt x="136795" y="21376"/>
                  <a:pt x="139835" y="25332"/>
                </a:cubicBezTo>
                <a:lnTo>
                  <a:pt x="160101" y="24030"/>
                </a:lnTo>
                <a:cubicBezTo>
                  <a:pt x="166133" y="23644"/>
                  <a:pt x="171633" y="27600"/>
                  <a:pt x="173226" y="33439"/>
                </a:cubicBezTo>
                <a:lnTo>
                  <a:pt x="176603" y="46081"/>
                </a:lnTo>
                <a:cubicBezTo>
                  <a:pt x="178147" y="51919"/>
                  <a:pt x="175397" y="58096"/>
                  <a:pt x="169945" y="60798"/>
                </a:cubicBezTo>
                <a:lnTo>
                  <a:pt x="151753" y="69773"/>
                </a:lnTo>
                <a:cubicBezTo>
                  <a:pt x="151416" y="72234"/>
                  <a:pt x="150933" y="74695"/>
                  <a:pt x="150306" y="77107"/>
                </a:cubicBezTo>
                <a:cubicBezTo>
                  <a:pt x="149679" y="79520"/>
                  <a:pt x="148810" y="81932"/>
                  <a:pt x="147893" y="84200"/>
                </a:cubicBezTo>
                <a:lnTo>
                  <a:pt x="159136" y="101089"/>
                </a:lnTo>
                <a:cubicBezTo>
                  <a:pt x="162514" y="106155"/>
                  <a:pt x="161838" y="112862"/>
                  <a:pt x="157544" y="117157"/>
                </a:cubicBezTo>
                <a:lnTo>
                  <a:pt x="148279" y="126421"/>
                </a:lnTo>
                <a:cubicBezTo>
                  <a:pt x="143985" y="130715"/>
                  <a:pt x="137278" y="131391"/>
                  <a:pt x="132211" y="128013"/>
                </a:cubicBezTo>
                <a:lnTo>
                  <a:pt x="115323" y="116771"/>
                </a:lnTo>
                <a:cubicBezTo>
                  <a:pt x="110739" y="118652"/>
                  <a:pt x="105866" y="120003"/>
                  <a:pt x="100896" y="120679"/>
                </a:cubicBezTo>
                <a:lnTo>
                  <a:pt x="91921" y="138822"/>
                </a:lnTo>
                <a:cubicBezTo>
                  <a:pt x="89218" y="144274"/>
                  <a:pt x="83042" y="147025"/>
                  <a:pt x="77204" y="145481"/>
                </a:cubicBezTo>
                <a:lnTo>
                  <a:pt x="64562" y="142103"/>
                </a:lnTo>
                <a:cubicBezTo>
                  <a:pt x="58675" y="140511"/>
                  <a:pt x="54766" y="135010"/>
                  <a:pt x="55152" y="128978"/>
                </a:cubicBezTo>
                <a:lnTo>
                  <a:pt x="56455" y="108761"/>
                </a:lnTo>
                <a:cubicBezTo>
                  <a:pt x="52450" y="105672"/>
                  <a:pt x="48928" y="102102"/>
                  <a:pt x="45888" y="98145"/>
                </a:cubicBezTo>
                <a:lnTo>
                  <a:pt x="25622" y="99448"/>
                </a:lnTo>
                <a:cubicBezTo>
                  <a:pt x="19590" y="99834"/>
                  <a:pt x="14090" y="95877"/>
                  <a:pt x="12497" y="90039"/>
                </a:cubicBezTo>
                <a:lnTo>
                  <a:pt x="9120" y="77397"/>
                </a:lnTo>
                <a:cubicBezTo>
                  <a:pt x="7576" y="71558"/>
                  <a:pt x="10326" y="65382"/>
                  <a:pt x="15778" y="62680"/>
                </a:cubicBezTo>
                <a:lnTo>
                  <a:pt x="33970" y="53705"/>
                </a:lnTo>
                <a:cubicBezTo>
                  <a:pt x="34307" y="51244"/>
                  <a:pt x="34790" y="48831"/>
                  <a:pt x="35417" y="46370"/>
                </a:cubicBezTo>
                <a:cubicBezTo>
                  <a:pt x="36093" y="43910"/>
                  <a:pt x="36865" y="41545"/>
                  <a:pt x="37830" y="39277"/>
                </a:cubicBezTo>
                <a:lnTo>
                  <a:pt x="26587" y="22437"/>
                </a:lnTo>
                <a:cubicBezTo>
                  <a:pt x="23209" y="17371"/>
                  <a:pt x="23885" y="10664"/>
                  <a:pt x="28179" y="6369"/>
                </a:cubicBezTo>
                <a:lnTo>
                  <a:pt x="37444" y="-2895"/>
                </a:lnTo>
                <a:cubicBezTo>
                  <a:pt x="41738" y="-7190"/>
                  <a:pt x="48445" y="-7865"/>
                  <a:pt x="53512" y="-4487"/>
                </a:cubicBezTo>
                <a:lnTo>
                  <a:pt x="70400" y="6755"/>
                </a:lnTo>
                <a:cubicBezTo>
                  <a:pt x="74984" y="4873"/>
                  <a:pt x="79858" y="3522"/>
                  <a:pt x="84828" y="2847"/>
                </a:cubicBezTo>
                <a:lnTo>
                  <a:pt x="93802" y="-15296"/>
                </a:lnTo>
                <a:cubicBezTo>
                  <a:pt x="96505" y="-20748"/>
                  <a:pt x="102633" y="-23499"/>
                  <a:pt x="108519" y="-21955"/>
                </a:cubicBezTo>
                <a:close/>
                <a:moveTo>
                  <a:pt x="92837" y="40532"/>
                </a:moveTo>
                <a:cubicBezTo>
                  <a:pt x="81120" y="40532"/>
                  <a:pt x="71606" y="50045"/>
                  <a:pt x="71606" y="61763"/>
                </a:cubicBezTo>
                <a:cubicBezTo>
                  <a:pt x="71606" y="73481"/>
                  <a:pt x="81120" y="82994"/>
                  <a:pt x="92837" y="82994"/>
                </a:cubicBezTo>
                <a:cubicBezTo>
                  <a:pt x="104555" y="82994"/>
                  <a:pt x="114068" y="73481"/>
                  <a:pt x="114068" y="61763"/>
                </a:cubicBezTo>
                <a:cubicBezTo>
                  <a:pt x="114068" y="50045"/>
                  <a:pt x="104555" y="40532"/>
                  <a:pt x="92837" y="40532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630541" y="4206055"/>
            <a:ext cx="8770334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4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参数配置解析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30541" y="4650748"/>
            <a:ext cx="8745629" cy="642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56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解析用户配置参数，包括资源配额（内存、CPU）、容器镜像、命名空间、服务账号等，构建完整的应用程序提交规范，确保作业能够在 Kubernetes 环境中正确运行。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8809" y="5836596"/>
            <a:ext cx="10055003" cy="1679951"/>
          </a:xfrm>
          <a:custGeom>
            <a:avLst/>
            <a:gdLst/>
            <a:ahLst/>
            <a:cxnLst/>
            <a:rect l="l" t="t" r="r" b="b"/>
            <a:pathLst>
              <a:path w="10055003" h="1679951">
                <a:moveTo>
                  <a:pt x="49410" y="0"/>
                </a:moveTo>
                <a:lnTo>
                  <a:pt x="9956188" y="0"/>
                </a:lnTo>
                <a:cubicBezTo>
                  <a:pt x="10010762" y="0"/>
                  <a:pt x="10055003" y="44241"/>
                  <a:pt x="10055003" y="98815"/>
                </a:cubicBezTo>
                <a:lnTo>
                  <a:pt x="10055003" y="1581137"/>
                </a:lnTo>
                <a:cubicBezTo>
                  <a:pt x="10055003" y="1635711"/>
                  <a:pt x="10010762" y="1679951"/>
                  <a:pt x="9956188" y="1679951"/>
                </a:cubicBezTo>
                <a:lnTo>
                  <a:pt x="49410" y="1679951"/>
                </a:lnTo>
                <a:cubicBezTo>
                  <a:pt x="22122" y="1679951"/>
                  <a:pt x="0" y="1657830"/>
                  <a:pt x="0" y="1630541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18809" y="5836596"/>
            <a:ext cx="49410" cy="1679951"/>
          </a:xfrm>
          <a:custGeom>
            <a:avLst/>
            <a:gdLst/>
            <a:ahLst/>
            <a:cxnLst/>
            <a:rect l="l" t="t" r="r" b="b"/>
            <a:pathLst>
              <a:path w="49410" h="1679951">
                <a:moveTo>
                  <a:pt x="49410" y="0"/>
                </a:moveTo>
                <a:lnTo>
                  <a:pt x="49410" y="0"/>
                </a:lnTo>
                <a:lnTo>
                  <a:pt x="49410" y="1679951"/>
                </a:lnTo>
                <a:lnTo>
                  <a:pt x="49410" y="1679951"/>
                </a:lnTo>
                <a:cubicBezTo>
                  <a:pt x="22122" y="1679951"/>
                  <a:pt x="0" y="1657830"/>
                  <a:pt x="0" y="1630541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39976" y="6133058"/>
            <a:ext cx="592924" cy="592924"/>
          </a:xfrm>
          <a:custGeom>
            <a:avLst/>
            <a:gdLst/>
            <a:ahLst/>
            <a:cxnLst/>
            <a:rect l="l" t="t" r="r" b="b"/>
            <a:pathLst>
              <a:path w="592924" h="592924">
                <a:moveTo>
                  <a:pt x="98823" y="0"/>
                </a:moveTo>
                <a:lnTo>
                  <a:pt x="494101" y="0"/>
                </a:lnTo>
                <a:cubicBezTo>
                  <a:pt x="548680" y="0"/>
                  <a:pt x="592924" y="44244"/>
                  <a:pt x="592924" y="98823"/>
                </a:cubicBezTo>
                <a:lnTo>
                  <a:pt x="592924" y="494101"/>
                </a:lnTo>
                <a:cubicBezTo>
                  <a:pt x="592924" y="548680"/>
                  <a:pt x="548680" y="592924"/>
                  <a:pt x="494101" y="592924"/>
                </a:cubicBezTo>
                <a:lnTo>
                  <a:pt x="98823" y="592924"/>
                </a:lnTo>
                <a:cubicBezTo>
                  <a:pt x="44244" y="592924"/>
                  <a:pt x="0" y="548680"/>
                  <a:pt x="0" y="494101"/>
                </a:cubicBezTo>
                <a:lnTo>
                  <a:pt x="0" y="98823"/>
                </a:lnTo>
                <a:cubicBezTo>
                  <a:pt x="0" y="44244"/>
                  <a:pt x="44244" y="0"/>
                  <a:pt x="98823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997471" y="6305994"/>
            <a:ext cx="277933" cy="247052"/>
          </a:xfrm>
          <a:custGeom>
            <a:avLst/>
            <a:gdLst/>
            <a:ahLst/>
            <a:cxnLst/>
            <a:rect l="l" t="t" r="r" b="b"/>
            <a:pathLst>
              <a:path w="277933" h="247052">
                <a:moveTo>
                  <a:pt x="138967" y="15441"/>
                </a:moveTo>
                <a:cubicBezTo>
                  <a:pt x="99979" y="15441"/>
                  <a:pt x="68759" y="33198"/>
                  <a:pt x="46033" y="54332"/>
                </a:cubicBezTo>
                <a:cubicBezTo>
                  <a:pt x="23451" y="75322"/>
                  <a:pt x="8348" y="100365"/>
                  <a:pt x="1158" y="117591"/>
                </a:cubicBezTo>
                <a:cubicBezTo>
                  <a:pt x="-434" y="121403"/>
                  <a:pt x="-434" y="125649"/>
                  <a:pt x="1158" y="129461"/>
                </a:cubicBezTo>
                <a:cubicBezTo>
                  <a:pt x="8348" y="146687"/>
                  <a:pt x="23451" y="171778"/>
                  <a:pt x="46033" y="192720"/>
                </a:cubicBezTo>
                <a:cubicBezTo>
                  <a:pt x="68759" y="213806"/>
                  <a:pt x="99979" y="231611"/>
                  <a:pt x="138967" y="231611"/>
                </a:cubicBezTo>
                <a:cubicBezTo>
                  <a:pt x="177954" y="231611"/>
                  <a:pt x="209174" y="213854"/>
                  <a:pt x="231900" y="192720"/>
                </a:cubicBezTo>
                <a:cubicBezTo>
                  <a:pt x="254483" y="171730"/>
                  <a:pt x="269585" y="146687"/>
                  <a:pt x="276775" y="129461"/>
                </a:cubicBezTo>
                <a:cubicBezTo>
                  <a:pt x="278367" y="125649"/>
                  <a:pt x="278367" y="121403"/>
                  <a:pt x="276775" y="117591"/>
                </a:cubicBezTo>
                <a:cubicBezTo>
                  <a:pt x="269585" y="100365"/>
                  <a:pt x="254483" y="75274"/>
                  <a:pt x="231900" y="54332"/>
                </a:cubicBezTo>
                <a:cubicBezTo>
                  <a:pt x="209174" y="33246"/>
                  <a:pt x="177954" y="15441"/>
                  <a:pt x="138967" y="15441"/>
                </a:cubicBezTo>
                <a:close/>
                <a:moveTo>
                  <a:pt x="69483" y="123526"/>
                </a:moveTo>
                <a:cubicBezTo>
                  <a:pt x="69483" y="85177"/>
                  <a:pt x="100618" y="54043"/>
                  <a:pt x="138967" y="54043"/>
                </a:cubicBezTo>
                <a:cubicBezTo>
                  <a:pt x="177315" y="54043"/>
                  <a:pt x="208450" y="85177"/>
                  <a:pt x="208450" y="123526"/>
                </a:cubicBezTo>
                <a:cubicBezTo>
                  <a:pt x="208450" y="161875"/>
                  <a:pt x="177315" y="193009"/>
                  <a:pt x="138967" y="193009"/>
                </a:cubicBezTo>
                <a:cubicBezTo>
                  <a:pt x="100618" y="193009"/>
                  <a:pt x="69483" y="161875"/>
                  <a:pt x="69483" y="123526"/>
                </a:cubicBezTo>
                <a:close/>
                <a:moveTo>
                  <a:pt x="138967" y="92644"/>
                </a:moveTo>
                <a:cubicBezTo>
                  <a:pt x="138967" y="109677"/>
                  <a:pt x="125118" y="123526"/>
                  <a:pt x="108085" y="123526"/>
                </a:cubicBezTo>
                <a:cubicBezTo>
                  <a:pt x="102536" y="123526"/>
                  <a:pt x="97325" y="122078"/>
                  <a:pt x="92789" y="119473"/>
                </a:cubicBezTo>
                <a:cubicBezTo>
                  <a:pt x="92307" y="124732"/>
                  <a:pt x="92741" y="130136"/>
                  <a:pt x="94188" y="135492"/>
                </a:cubicBezTo>
                <a:cubicBezTo>
                  <a:pt x="100799" y="160198"/>
                  <a:pt x="126228" y="174866"/>
                  <a:pt x="150933" y="168256"/>
                </a:cubicBezTo>
                <a:cubicBezTo>
                  <a:pt x="175638" y="161645"/>
                  <a:pt x="190307" y="136216"/>
                  <a:pt x="183696" y="111511"/>
                </a:cubicBezTo>
                <a:cubicBezTo>
                  <a:pt x="177810" y="89460"/>
                  <a:pt x="156916" y="75418"/>
                  <a:pt x="134913" y="77348"/>
                </a:cubicBezTo>
                <a:cubicBezTo>
                  <a:pt x="137471" y="81836"/>
                  <a:pt x="138967" y="87047"/>
                  <a:pt x="138967" y="92644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630541" y="6133058"/>
            <a:ext cx="8770334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4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状态监控与反馈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30541" y="6577751"/>
            <a:ext cx="8745629" cy="642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56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监控应用程序执行状态，提供实时进度反馈，收集和展示应用程序日志及执行结果，帮助用户了解作业运行情况和调试问题。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878959" y="1988766"/>
            <a:ext cx="4866918" cy="6645690"/>
          </a:xfrm>
          <a:custGeom>
            <a:avLst/>
            <a:gdLst/>
            <a:ahLst/>
            <a:cxnLst/>
            <a:rect l="l" t="t" r="r" b="b"/>
            <a:pathLst>
              <a:path w="4866918" h="6645690">
                <a:moveTo>
                  <a:pt x="98798" y="0"/>
                </a:moveTo>
                <a:lnTo>
                  <a:pt x="4768119" y="0"/>
                </a:lnTo>
                <a:cubicBezTo>
                  <a:pt x="4822684" y="0"/>
                  <a:pt x="4866918" y="44234"/>
                  <a:pt x="4866918" y="98798"/>
                </a:cubicBezTo>
                <a:lnTo>
                  <a:pt x="4866918" y="6546892"/>
                </a:lnTo>
                <a:cubicBezTo>
                  <a:pt x="4866918" y="6601456"/>
                  <a:pt x="4822684" y="6645690"/>
                  <a:pt x="4768119" y="6645690"/>
                </a:cubicBezTo>
                <a:lnTo>
                  <a:pt x="98798" y="6645690"/>
                </a:lnTo>
                <a:cubicBezTo>
                  <a:pt x="44234" y="6645690"/>
                  <a:pt x="0" y="6601456"/>
                  <a:pt x="0" y="6546892"/>
                </a:cubicBezTo>
                <a:lnTo>
                  <a:pt x="0" y="98798"/>
                </a:lnTo>
                <a:cubicBezTo>
                  <a:pt x="0" y="44234"/>
                  <a:pt x="44234" y="0"/>
                  <a:pt x="98798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10000"/>
                </a:srgbClr>
              </a:gs>
              <a:gs pos="100000">
                <a:srgbClr val="F6AD55">
                  <a:alpha val="10000"/>
                </a:srgbClr>
              </a:gs>
            </a:gsLst>
            <a:lin ang="2700000" scaled="1"/>
          </a:gra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1224831" y="2346991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77474" y="21019"/>
                </a:moveTo>
                <a:cubicBezTo>
                  <a:pt x="83785" y="25419"/>
                  <a:pt x="85291" y="34105"/>
                  <a:pt x="80890" y="40358"/>
                </a:cubicBezTo>
                <a:lnTo>
                  <a:pt x="48465" y="86680"/>
                </a:lnTo>
                <a:cubicBezTo>
                  <a:pt x="46091" y="90039"/>
                  <a:pt x="42385" y="92181"/>
                  <a:pt x="38274" y="92529"/>
                </a:cubicBezTo>
                <a:cubicBezTo>
                  <a:pt x="34163" y="92876"/>
                  <a:pt x="30109" y="91486"/>
                  <a:pt x="27214" y="88591"/>
                </a:cubicBezTo>
                <a:lnTo>
                  <a:pt x="4053" y="65430"/>
                </a:lnTo>
                <a:cubicBezTo>
                  <a:pt x="-1332" y="59987"/>
                  <a:pt x="-1332" y="51186"/>
                  <a:pt x="4053" y="45743"/>
                </a:cubicBezTo>
                <a:cubicBezTo>
                  <a:pt x="9438" y="40300"/>
                  <a:pt x="18297" y="40358"/>
                  <a:pt x="23740" y="45743"/>
                </a:cubicBezTo>
                <a:lnTo>
                  <a:pt x="35205" y="57208"/>
                </a:lnTo>
                <a:lnTo>
                  <a:pt x="58134" y="24435"/>
                </a:lnTo>
                <a:cubicBezTo>
                  <a:pt x="62535" y="18124"/>
                  <a:pt x="71220" y="16618"/>
                  <a:pt x="77474" y="21019"/>
                </a:cubicBezTo>
                <a:close/>
                <a:moveTo>
                  <a:pt x="77474" y="113663"/>
                </a:moveTo>
                <a:cubicBezTo>
                  <a:pt x="83785" y="118064"/>
                  <a:pt x="85291" y="126749"/>
                  <a:pt x="80890" y="133003"/>
                </a:cubicBezTo>
                <a:lnTo>
                  <a:pt x="48465" y="179325"/>
                </a:lnTo>
                <a:cubicBezTo>
                  <a:pt x="46091" y="182683"/>
                  <a:pt x="42385" y="184826"/>
                  <a:pt x="38274" y="185173"/>
                </a:cubicBezTo>
                <a:cubicBezTo>
                  <a:pt x="34163" y="185520"/>
                  <a:pt x="30109" y="184131"/>
                  <a:pt x="27214" y="181236"/>
                </a:cubicBezTo>
                <a:lnTo>
                  <a:pt x="4053" y="158074"/>
                </a:lnTo>
                <a:cubicBezTo>
                  <a:pt x="-1390" y="152632"/>
                  <a:pt x="-1390" y="143830"/>
                  <a:pt x="4053" y="138445"/>
                </a:cubicBezTo>
                <a:cubicBezTo>
                  <a:pt x="9496" y="133060"/>
                  <a:pt x="18297" y="133003"/>
                  <a:pt x="23682" y="138445"/>
                </a:cubicBezTo>
                <a:lnTo>
                  <a:pt x="35147" y="149910"/>
                </a:lnTo>
                <a:lnTo>
                  <a:pt x="58076" y="117137"/>
                </a:lnTo>
                <a:cubicBezTo>
                  <a:pt x="62477" y="110826"/>
                  <a:pt x="71162" y="109320"/>
                  <a:pt x="77416" y="113721"/>
                </a:cubicBezTo>
                <a:close/>
                <a:moveTo>
                  <a:pt x="129702" y="55587"/>
                </a:moveTo>
                <a:cubicBezTo>
                  <a:pt x="129702" y="45338"/>
                  <a:pt x="137982" y="37058"/>
                  <a:pt x="148231" y="37058"/>
                </a:cubicBezTo>
                <a:lnTo>
                  <a:pt x="277933" y="37058"/>
                </a:lnTo>
                <a:cubicBezTo>
                  <a:pt x="288182" y="37058"/>
                  <a:pt x="296462" y="45338"/>
                  <a:pt x="296462" y="55587"/>
                </a:cubicBezTo>
                <a:cubicBezTo>
                  <a:pt x="296462" y="65835"/>
                  <a:pt x="288182" y="74116"/>
                  <a:pt x="277933" y="74116"/>
                </a:cubicBezTo>
                <a:lnTo>
                  <a:pt x="148231" y="74116"/>
                </a:lnTo>
                <a:cubicBezTo>
                  <a:pt x="137982" y="74116"/>
                  <a:pt x="129702" y="65835"/>
                  <a:pt x="129702" y="55587"/>
                </a:cubicBezTo>
                <a:close/>
                <a:moveTo>
                  <a:pt x="129702" y="148231"/>
                </a:moveTo>
                <a:cubicBezTo>
                  <a:pt x="129702" y="137982"/>
                  <a:pt x="137982" y="129702"/>
                  <a:pt x="148231" y="129702"/>
                </a:cubicBezTo>
                <a:lnTo>
                  <a:pt x="277933" y="129702"/>
                </a:lnTo>
                <a:cubicBezTo>
                  <a:pt x="288182" y="129702"/>
                  <a:pt x="296462" y="137982"/>
                  <a:pt x="296462" y="148231"/>
                </a:cubicBezTo>
                <a:cubicBezTo>
                  <a:pt x="296462" y="158480"/>
                  <a:pt x="288182" y="166760"/>
                  <a:pt x="277933" y="166760"/>
                </a:cubicBezTo>
                <a:lnTo>
                  <a:pt x="148231" y="166760"/>
                </a:lnTo>
                <a:cubicBezTo>
                  <a:pt x="137982" y="166760"/>
                  <a:pt x="129702" y="158480"/>
                  <a:pt x="129702" y="148231"/>
                </a:cubicBezTo>
                <a:close/>
                <a:moveTo>
                  <a:pt x="92644" y="240875"/>
                </a:moveTo>
                <a:cubicBezTo>
                  <a:pt x="92644" y="230627"/>
                  <a:pt x="100924" y="222347"/>
                  <a:pt x="111173" y="222347"/>
                </a:cubicBezTo>
                <a:lnTo>
                  <a:pt x="277933" y="222347"/>
                </a:lnTo>
                <a:cubicBezTo>
                  <a:pt x="288182" y="222347"/>
                  <a:pt x="296462" y="230627"/>
                  <a:pt x="296462" y="240875"/>
                </a:cubicBezTo>
                <a:cubicBezTo>
                  <a:pt x="296462" y="251124"/>
                  <a:pt x="288182" y="259404"/>
                  <a:pt x="277933" y="259404"/>
                </a:cubicBezTo>
                <a:lnTo>
                  <a:pt x="111173" y="259404"/>
                </a:lnTo>
                <a:cubicBezTo>
                  <a:pt x="100924" y="259404"/>
                  <a:pt x="92644" y="251124"/>
                  <a:pt x="92644" y="240875"/>
                </a:cubicBezTo>
                <a:close/>
                <a:moveTo>
                  <a:pt x="37058" y="217714"/>
                </a:moveTo>
                <a:cubicBezTo>
                  <a:pt x="49841" y="217714"/>
                  <a:pt x="60219" y="228092"/>
                  <a:pt x="60219" y="240875"/>
                </a:cubicBezTo>
                <a:cubicBezTo>
                  <a:pt x="60219" y="253658"/>
                  <a:pt x="49841" y="264036"/>
                  <a:pt x="37058" y="264036"/>
                </a:cubicBezTo>
                <a:cubicBezTo>
                  <a:pt x="24275" y="264036"/>
                  <a:pt x="13897" y="253658"/>
                  <a:pt x="13897" y="240875"/>
                </a:cubicBezTo>
                <a:cubicBezTo>
                  <a:pt x="13897" y="228092"/>
                  <a:pt x="24275" y="217714"/>
                  <a:pt x="37058" y="217714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1558351" y="2297581"/>
            <a:ext cx="4026942" cy="395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34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核心职责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187774" y="2989325"/>
            <a:ext cx="4249289" cy="1185848"/>
          </a:xfrm>
          <a:custGeom>
            <a:avLst/>
            <a:gdLst/>
            <a:ahLst/>
            <a:cxnLst/>
            <a:rect l="l" t="t" r="r" b="b"/>
            <a:pathLst>
              <a:path w="4249289" h="1185848">
                <a:moveTo>
                  <a:pt x="98817" y="0"/>
                </a:moveTo>
                <a:lnTo>
                  <a:pt x="4150472" y="0"/>
                </a:lnTo>
                <a:cubicBezTo>
                  <a:pt x="4205047" y="0"/>
                  <a:pt x="4249289" y="44242"/>
                  <a:pt x="4249289" y="98817"/>
                </a:cubicBezTo>
                <a:lnTo>
                  <a:pt x="4249289" y="1087031"/>
                </a:lnTo>
                <a:cubicBezTo>
                  <a:pt x="4249289" y="1141606"/>
                  <a:pt x="4205047" y="1185848"/>
                  <a:pt x="4150472" y="1185848"/>
                </a:cubicBezTo>
                <a:lnTo>
                  <a:pt x="98817" y="1185848"/>
                </a:lnTo>
                <a:cubicBezTo>
                  <a:pt x="44278" y="1185848"/>
                  <a:pt x="0" y="1141570"/>
                  <a:pt x="0" y="1087031"/>
                </a:cubicBezTo>
                <a:lnTo>
                  <a:pt x="0" y="98817"/>
                </a:lnTo>
                <a:cubicBezTo>
                  <a:pt x="0" y="44242"/>
                  <a:pt x="44242" y="0"/>
                  <a:pt x="98817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11385415" y="3186967"/>
            <a:ext cx="395283" cy="395283"/>
          </a:xfrm>
          <a:custGeom>
            <a:avLst/>
            <a:gdLst/>
            <a:ahLst/>
            <a:cxnLst/>
            <a:rect l="l" t="t" r="r" b="b"/>
            <a:pathLst>
              <a:path w="395283" h="395283">
                <a:moveTo>
                  <a:pt x="98821" y="0"/>
                </a:moveTo>
                <a:lnTo>
                  <a:pt x="296462" y="0"/>
                </a:lnTo>
                <a:cubicBezTo>
                  <a:pt x="351039" y="0"/>
                  <a:pt x="395283" y="44244"/>
                  <a:pt x="395283" y="98821"/>
                </a:cubicBezTo>
                <a:lnTo>
                  <a:pt x="395283" y="296462"/>
                </a:lnTo>
                <a:cubicBezTo>
                  <a:pt x="395283" y="351039"/>
                  <a:pt x="351039" y="395283"/>
                  <a:pt x="296462" y="395283"/>
                </a:cubicBezTo>
                <a:lnTo>
                  <a:pt x="98821" y="395283"/>
                </a:lnTo>
                <a:cubicBezTo>
                  <a:pt x="44244" y="395283"/>
                  <a:pt x="0" y="351039"/>
                  <a:pt x="0" y="296462"/>
                </a:cubicBezTo>
                <a:lnTo>
                  <a:pt x="0" y="98821"/>
                </a:lnTo>
                <a:cubicBezTo>
                  <a:pt x="0" y="44280"/>
                  <a:pt x="44280" y="0"/>
                  <a:pt x="98821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1544165" y="3236377"/>
            <a:ext cx="172936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928929" y="3211672"/>
            <a:ext cx="469398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51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交互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385415" y="3681070"/>
            <a:ext cx="3952827" cy="296462"/>
          </a:xfrm>
          <a:prstGeom prst="rect">
            <a:avLst/>
          </a:prstGeom>
          <a:noFill/>
          <a:ln/>
        </p:spPr>
        <p:txBody>
          <a:bodyPr wrap="square" lIns="543514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 Kubernetes API Server 通信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187774" y="4372815"/>
            <a:ext cx="4249289" cy="1185848"/>
          </a:xfrm>
          <a:custGeom>
            <a:avLst/>
            <a:gdLst/>
            <a:ahLst/>
            <a:cxnLst/>
            <a:rect l="l" t="t" r="r" b="b"/>
            <a:pathLst>
              <a:path w="4249289" h="1185848">
                <a:moveTo>
                  <a:pt x="98817" y="0"/>
                </a:moveTo>
                <a:lnTo>
                  <a:pt x="4150472" y="0"/>
                </a:lnTo>
                <a:cubicBezTo>
                  <a:pt x="4205047" y="0"/>
                  <a:pt x="4249289" y="44242"/>
                  <a:pt x="4249289" y="98817"/>
                </a:cubicBezTo>
                <a:lnTo>
                  <a:pt x="4249289" y="1087031"/>
                </a:lnTo>
                <a:cubicBezTo>
                  <a:pt x="4249289" y="1141606"/>
                  <a:pt x="4205047" y="1185848"/>
                  <a:pt x="4150472" y="1185848"/>
                </a:cubicBezTo>
                <a:lnTo>
                  <a:pt x="98817" y="1185848"/>
                </a:lnTo>
                <a:cubicBezTo>
                  <a:pt x="44278" y="1185848"/>
                  <a:pt x="0" y="1141570"/>
                  <a:pt x="0" y="1087031"/>
                </a:cubicBezTo>
                <a:lnTo>
                  <a:pt x="0" y="98817"/>
                </a:lnTo>
                <a:cubicBezTo>
                  <a:pt x="0" y="44242"/>
                  <a:pt x="44242" y="0"/>
                  <a:pt x="98817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11385415" y="4570456"/>
            <a:ext cx="395283" cy="395283"/>
          </a:xfrm>
          <a:custGeom>
            <a:avLst/>
            <a:gdLst/>
            <a:ahLst/>
            <a:cxnLst/>
            <a:rect l="l" t="t" r="r" b="b"/>
            <a:pathLst>
              <a:path w="395283" h="395283">
                <a:moveTo>
                  <a:pt x="98821" y="0"/>
                </a:moveTo>
                <a:lnTo>
                  <a:pt x="296462" y="0"/>
                </a:lnTo>
                <a:cubicBezTo>
                  <a:pt x="351039" y="0"/>
                  <a:pt x="395283" y="44244"/>
                  <a:pt x="395283" y="98821"/>
                </a:cubicBezTo>
                <a:lnTo>
                  <a:pt x="395283" y="296462"/>
                </a:lnTo>
                <a:cubicBezTo>
                  <a:pt x="395283" y="351039"/>
                  <a:pt x="351039" y="395283"/>
                  <a:pt x="296462" y="395283"/>
                </a:cubicBezTo>
                <a:lnTo>
                  <a:pt x="98821" y="395283"/>
                </a:lnTo>
                <a:cubicBezTo>
                  <a:pt x="44244" y="395283"/>
                  <a:pt x="0" y="351039"/>
                  <a:pt x="0" y="296462"/>
                </a:cubicBezTo>
                <a:lnTo>
                  <a:pt x="0" y="98821"/>
                </a:lnTo>
                <a:cubicBezTo>
                  <a:pt x="0" y="44280"/>
                  <a:pt x="44280" y="0"/>
                  <a:pt x="98821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1527470" y="4619866"/>
            <a:ext cx="20999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928929" y="4595161"/>
            <a:ext cx="469398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51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构建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385415" y="5064559"/>
            <a:ext cx="3952827" cy="296462"/>
          </a:xfrm>
          <a:prstGeom prst="rect">
            <a:avLst/>
          </a:prstGeom>
          <a:noFill/>
          <a:ln/>
        </p:spPr>
        <p:txBody>
          <a:bodyPr wrap="square" lIns="543514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构建应用程序提交规范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1187774" y="5756304"/>
            <a:ext cx="4249289" cy="1185848"/>
          </a:xfrm>
          <a:custGeom>
            <a:avLst/>
            <a:gdLst/>
            <a:ahLst/>
            <a:cxnLst/>
            <a:rect l="l" t="t" r="r" b="b"/>
            <a:pathLst>
              <a:path w="4249289" h="1185848">
                <a:moveTo>
                  <a:pt x="98817" y="0"/>
                </a:moveTo>
                <a:lnTo>
                  <a:pt x="4150472" y="0"/>
                </a:lnTo>
                <a:cubicBezTo>
                  <a:pt x="4205047" y="0"/>
                  <a:pt x="4249289" y="44242"/>
                  <a:pt x="4249289" y="98817"/>
                </a:cubicBezTo>
                <a:lnTo>
                  <a:pt x="4249289" y="1087031"/>
                </a:lnTo>
                <a:cubicBezTo>
                  <a:pt x="4249289" y="1141606"/>
                  <a:pt x="4205047" y="1185848"/>
                  <a:pt x="4150472" y="1185848"/>
                </a:cubicBezTo>
                <a:lnTo>
                  <a:pt x="98817" y="1185848"/>
                </a:lnTo>
                <a:cubicBezTo>
                  <a:pt x="44278" y="1185848"/>
                  <a:pt x="0" y="1141570"/>
                  <a:pt x="0" y="1087031"/>
                </a:cubicBezTo>
                <a:lnTo>
                  <a:pt x="0" y="98817"/>
                </a:lnTo>
                <a:cubicBezTo>
                  <a:pt x="0" y="44242"/>
                  <a:pt x="44242" y="0"/>
                  <a:pt x="98817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11385415" y="5953945"/>
            <a:ext cx="395283" cy="395283"/>
          </a:xfrm>
          <a:custGeom>
            <a:avLst/>
            <a:gdLst/>
            <a:ahLst/>
            <a:cxnLst/>
            <a:rect l="l" t="t" r="r" b="b"/>
            <a:pathLst>
              <a:path w="395283" h="395283">
                <a:moveTo>
                  <a:pt x="98821" y="0"/>
                </a:moveTo>
                <a:lnTo>
                  <a:pt x="296462" y="0"/>
                </a:lnTo>
                <a:cubicBezTo>
                  <a:pt x="351039" y="0"/>
                  <a:pt x="395283" y="44244"/>
                  <a:pt x="395283" y="98821"/>
                </a:cubicBezTo>
                <a:lnTo>
                  <a:pt x="395283" y="296462"/>
                </a:lnTo>
                <a:cubicBezTo>
                  <a:pt x="395283" y="351039"/>
                  <a:pt x="351039" y="395283"/>
                  <a:pt x="296462" y="395283"/>
                </a:cubicBezTo>
                <a:lnTo>
                  <a:pt x="98821" y="395283"/>
                </a:lnTo>
                <a:cubicBezTo>
                  <a:pt x="44244" y="395283"/>
                  <a:pt x="0" y="351039"/>
                  <a:pt x="0" y="296462"/>
                </a:cubicBezTo>
                <a:lnTo>
                  <a:pt x="0" y="98821"/>
                </a:lnTo>
                <a:cubicBezTo>
                  <a:pt x="0" y="44280"/>
                  <a:pt x="44280" y="0"/>
                  <a:pt x="98821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1524864" y="6003356"/>
            <a:ext cx="20999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928929" y="5978650"/>
            <a:ext cx="469398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51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创建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385415" y="6448049"/>
            <a:ext cx="3952827" cy="296462"/>
          </a:xfrm>
          <a:prstGeom prst="rect">
            <a:avLst/>
          </a:prstGeom>
          <a:noFill/>
          <a:ln/>
        </p:spPr>
        <p:txBody>
          <a:bodyPr wrap="square" lIns="543514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创建 Driver Pod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1187774" y="7139793"/>
            <a:ext cx="4249289" cy="1185848"/>
          </a:xfrm>
          <a:custGeom>
            <a:avLst/>
            <a:gdLst/>
            <a:ahLst/>
            <a:cxnLst/>
            <a:rect l="l" t="t" r="r" b="b"/>
            <a:pathLst>
              <a:path w="4249289" h="1185848">
                <a:moveTo>
                  <a:pt x="98817" y="0"/>
                </a:moveTo>
                <a:lnTo>
                  <a:pt x="4150472" y="0"/>
                </a:lnTo>
                <a:cubicBezTo>
                  <a:pt x="4205047" y="0"/>
                  <a:pt x="4249289" y="44242"/>
                  <a:pt x="4249289" y="98817"/>
                </a:cubicBezTo>
                <a:lnTo>
                  <a:pt x="4249289" y="1087031"/>
                </a:lnTo>
                <a:cubicBezTo>
                  <a:pt x="4249289" y="1141606"/>
                  <a:pt x="4205047" y="1185848"/>
                  <a:pt x="4150472" y="1185848"/>
                </a:cubicBezTo>
                <a:lnTo>
                  <a:pt x="98817" y="1185848"/>
                </a:lnTo>
                <a:cubicBezTo>
                  <a:pt x="44278" y="1185848"/>
                  <a:pt x="0" y="1141570"/>
                  <a:pt x="0" y="1087031"/>
                </a:cubicBezTo>
                <a:lnTo>
                  <a:pt x="0" y="98817"/>
                </a:lnTo>
                <a:cubicBezTo>
                  <a:pt x="0" y="44242"/>
                  <a:pt x="44242" y="0"/>
                  <a:pt x="98817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11385415" y="7337435"/>
            <a:ext cx="395283" cy="395283"/>
          </a:xfrm>
          <a:custGeom>
            <a:avLst/>
            <a:gdLst/>
            <a:ahLst/>
            <a:cxnLst/>
            <a:rect l="l" t="t" r="r" b="b"/>
            <a:pathLst>
              <a:path w="395283" h="395283">
                <a:moveTo>
                  <a:pt x="98821" y="0"/>
                </a:moveTo>
                <a:lnTo>
                  <a:pt x="296462" y="0"/>
                </a:lnTo>
                <a:cubicBezTo>
                  <a:pt x="351039" y="0"/>
                  <a:pt x="395283" y="44244"/>
                  <a:pt x="395283" y="98821"/>
                </a:cubicBezTo>
                <a:lnTo>
                  <a:pt x="395283" y="296462"/>
                </a:lnTo>
                <a:cubicBezTo>
                  <a:pt x="395283" y="351039"/>
                  <a:pt x="351039" y="395283"/>
                  <a:pt x="296462" y="395283"/>
                </a:cubicBezTo>
                <a:lnTo>
                  <a:pt x="98821" y="395283"/>
                </a:lnTo>
                <a:cubicBezTo>
                  <a:pt x="44244" y="395283"/>
                  <a:pt x="0" y="351039"/>
                  <a:pt x="0" y="296462"/>
                </a:cubicBezTo>
                <a:lnTo>
                  <a:pt x="0" y="98821"/>
                </a:lnTo>
                <a:cubicBezTo>
                  <a:pt x="0" y="44280"/>
                  <a:pt x="44280" y="0"/>
                  <a:pt x="98821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1525057" y="7386845"/>
            <a:ext cx="20999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928929" y="7362140"/>
            <a:ext cx="469398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51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监控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385415" y="7831538"/>
            <a:ext cx="3952827" cy="296462"/>
          </a:xfrm>
          <a:prstGeom prst="rect">
            <a:avLst/>
          </a:prstGeom>
          <a:noFill/>
          <a:ln/>
        </p:spPr>
        <p:txBody>
          <a:bodyPr wrap="square" lIns="543514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监控应用状态和收集日志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7577" y="437577"/>
            <a:ext cx="15468361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8" b="1" kern="0" spc="69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 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37577" y="787639"/>
            <a:ext cx="15577755" cy="437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101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Kubernetes API Server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37577" y="1356490"/>
            <a:ext cx="1050186" cy="43758"/>
          </a:xfrm>
          <a:custGeom>
            <a:avLst/>
            <a:gdLst/>
            <a:ahLst/>
            <a:cxnLst/>
            <a:rect l="l" t="t" r="r" b="b"/>
            <a:pathLst>
              <a:path w="1050186" h="43758">
                <a:moveTo>
                  <a:pt x="0" y="0"/>
                </a:moveTo>
                <a:lnTo>
                  <a:pt x="1050186" y="0"/>
                </a:lnTo>
                <a:lnTo>
                  <a:pt x="1050186" y="43758"/>
                </a:lnTo>
                <a:lnTo>
                  <a:pt x="0" y="43758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48517" y="1761249"/>
            <a:ext cx="15358966" cy="1422127"/>
          </a:xfrm>
          <a:custGeom>
            <a:avLst/>
            <a:gdLst/>
            <a:ahLst/>
            <a:cxnLst/>
            <a:rect l="l" t="t" r="r" b="b"/>
            <a:pathLst>
              <a:path w="15358966" h="1422127">
                <a:moveTo>
                  <a:pt x="87518" y="0"/>
                </a:moveTo>
                <a:lnTo>
                  <a:pt x="15271449" y="0"/>
                </a:lnTo>
                <a:cubicBezTo>
                  <a:pt x="15319783" y="0"/>
                  <a:pt x="15358966" y="39183"/>
                  <a:pt x="15358966" y="87518"/>
                </a:cubicBezTo>
                <a:lnTo>
                  <a:pt x="15358966" y="1334609"/>
                </a:lnTo>
                <a:cubicBezTo>
                  <a:pt x="15358966" y="1382944"/>
                  <a:pt x="15319783" y="1422127"/>
                  <a:pt x="15271449" y="1422127"/>
                </a:cubicBezTo>
                <a:lnTo>
                  <a:pt x="87518" y="1422127"/>
                </a:lnTo>
                <a:cubicBezTo>
                  <a:pt x="39183" y="1422127"/>
                  <a:pt x="0" y="1382944"/>
                  <a:pt x="0" y="1334609"/>
                </a:cubicBezTo>
                <a:lnTo>
                  <a:pt x="0" y="87518"/>
                </a:lnTo>
                <a:cubicBezTo>
                  <a:pt x="0" y="39215"/>
                  <a:pt x="39215" y="0"/>
                  <a:pt x="87518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F6AD55">
                  <a:alpha val="20000"/>
                </a:srgbClr>
              </a:gs>
            </a:gsLst>
            <a:lin ang="2700000" scaled="1"/>
          </a:gra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22003" y="2034735"/>
            <a:ext cx="700124" cy="700124"/>
          </a:xfrm>
          <a:custGeom>
            <a:avLst/>
            <a:gdLst/>
            <a:ahLst/>
            <a:cxnLst/>
            <a:rect l="l" t="t" r="r" b="b"/>
            <a:pathLst>
              <a:path w="700124" h="700124">
                <a:moveTo>
                  <a:pt x="87515" y="0"/>
                </a:moveTo>
                <a:lnTo>
                  <a:pt x="612608" y="0"/>
                </a:lnTo>
                <a:cubicBezTo>
                  <a:pt x="660942" y="0"/>
                  <a:pt x="700124" y="39182"/>
                  <a:pt x="700124" y="87515"/>
                </a:cubicBezTo>
                <a:lnTo>
                  <a:pt x="700124" y="612608"/>
                </a:lnTo>
                <a:cubicBezTo>
                  <a:pt x="700124" y="660942"/>
                  <a:pt x="660942" y="700124"/>
                  <a:pt x="612608" y="700124"/>
                </a:cubicBezTo>
                <a:lnTo>
                  <a:pt x="87515" y="700124"/>
                </a:lnTo>
                <a:cubicBezTo>
                  <a:pt x="39182" y="700124"/>
                  <a:pt x="0" y="660942"/>
                  <a:pt x="0" y="612608"/>
                </a:cubicBezTo>
                <a:lnTo>
                  <a:pt x="0" y="87515"/>
                </a:lnTo>
                <a:cubicBezTo>
                  <a:pt x="0" y="39214"/>
                  <a:pt x="39214" y="0"/>
                  <a:pt x="87515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931219" y="2220705"/>
            <a:ext cx="287160" cy="328183"/>
          </a:xfrm>
          <a:custGeom>
            <a:avLst/>
            <a:gdLst/>
            <a:ahLst/>
            <a:cxnLst/>
            <a:rect l="l" t="t" r="r" b="b"/>
            <a:pathLst>
              <a:path w="287160" h="328183">
                <a:moveTo>
                  <a:pt x="41023" y="20511"/>
                </a:moveTo>
                <a:cubicBezTo>
                  <a:pt x="18396" y="20511"/>
                  <a:pt x="0" y="38908"/>
                  <a:pt x="0" y="61534"/>
                </a:cubicBezTo>
                <a:lnTo>
                  <a:pt x="0" y="102557"/>
                </a:lnTo>
                <a:cubicBezTo>
                  <a:pt x="0" y="125184"/>
                  <a:pt x="18396" y="143580"/>
                  <a:pt x="41023" y="143580"/>
                </a:cubicBezTo>
                <a:lnTo>
                  <a:pt x="246137" y="143580"/>
                </a:lnTo>
                <a:cubicBezTo>
                  <a:pt x="268764" y="143580"/>
                  <a:pt x="287160" y="125184"/>
                  <a:pt x="287160" y="102557"/>
                </a:cubicBezTo>
                <a:lnTo>
                  <a:pt x="287160" y="61534"/>
                </a:lnTo>
                <a:cubicBezTo>
                  <a:pt x="287160" y="38908"/>
                  <a:pt x="268764" y="20511"/>
                  <a:pt x="246137" y="20511"/>
                </a:cubicBezTo>
                <a:lnTo>
                  <a:pt x="41023" y="20511"/>
                </a:lnTo>
                <a:close/>
                <a:moveTo>
                  <a:pt x="179475" y="66662"/>
                </a:moveTo>
                <a:cubicBezTo>
                  <a:pt x="187966" y="66662"/>
                  <a:pt x="194859" y="73555"/>
                  <a:pt x="194859" y="82046"/>
                </a:cubicBezTo>
                <a:cubicBezTo>
                  <a:pt x="194859" y="90536"/>
                  <a:pt x="187966" y="97429"/>
                  <a:pt x="179475" y="97429"/>
                </a:cubicBezTo>
                <a:cubicBezTo>
                  <a:pt x="170985" y="97429"/>
                  <a:pt x="164092" y="90536"/>
                  <a:pt x="164092" y="82046"/>
                </a:cubicBezTo>
                <a:cubicBezTo>
                  <a:pt x="164092" y="73555"/>
                  <a:pt x="170985" y="66662"/>
                  <a:pt x="179475" y="66662"/>
                </a:cubicBezTo>
                <a:close/>
                <a:moveTo>
                  <a:pt x="215370" y="82046"/>
                </a:moveTo>
                <a:cubicBezTo>
                  <a:pt x="215370" y="73555"/>
                  <a:pt x="222263" y="66662"/>
                  <a:pt x="230754" y="66662"/>
                </a:cubicBezTo>
                <a:cubicBezTo>
                  <a:pt x="239244" y="66662"/>
                  <a:pt x="246137" y="73555"/>
                  <a:pt x="246137" y="82046"/>
                </a:cubicBezTo>
                <a:cubicBezTo>
                  <a:pt x="246137" y="90536"/>
                  <a:pt x="239244" y="97429"/>
                  <a:pt x="230754" y="97429"/>
                </a:cubicBezTo>
                <a:cubicBezTo>
                  <a:pt x="222263" y="97429"/>
                  <a:pt x="215370" y="90536"/>
                  <a:pt x="215370" y="82046"/>
                </a:cubicBezTo>
                <a:close/>
                <a:moveTo>
                  <a:pt x="41023" y="184603"/>
                </a:moveTo>
                <a:cubicBezTo>
                  <a:pt x="18396" y="184603"/>
                  <a:pt x="0" y="202999"/>
                  <a:pt x="0" y="225626"/>
                </a:cubicBezTo>
                <a:lnTo>
                  <a:pt x="0" y="266649"/>
                </a:lnTo>
                <a:cubicBezTo>
                  <a:pt x="0" y="289275"/>
                  <a:pt x="18396" y="307672"/>
                  <a:pt x="41023" y="307672"/>
                </a:cubicBezTo>
                <a:lnTo>
                  <a:pt x="246137" y="307672"/>
                </a:lnTo>
                <a:cubicBezTo>
                  <a:pt x="268764" y="307672"/>
                  <a:pt x="287160" y="289275"/>
                  <a:pt x="287160" y="266649"/>
                </a:cubicBezTo>
                <a:lnTo>
                  <a:pt x="287160" y="225626"/>
                </a:lnTo>
                <a:cubicBezTo>
                  <a:pt x="287160" y="202999"/>
                  <a:pt x="268764" y="184603"/>
                  <a:pt x="246137" y="184603"/>
                </a:cubicBezTo>
                <a:lnTo>
                  <a:pt x="41023" y="184603"/>
                </a:lnTo>
                <a:close/>
                <a:moveTo>
                  <a:pt x="179475" y="230754"/>
                </a:moveTo>
                <a:cubicBezTo>
                  <a:pt x="187966" y="230754"/>
                  <a:pt x="194859" y="237647"/>
                  <a:pt x="194859" y="246137"/>
                </a:cubicBezTo>
                <a:cubicBezTo>
                  <a:pt x="194859" y="254628"/>
                  <a:pt x="187966" y="261521"/>
                  <a:pt x="179475" y="261521"/>
                </a:cubicBezTo>
                <a:cubicBezTo>
                  <a:pt x="170985" y="261521"/>
                  <a:pt x="164092" y="254628"/>
                  <a:pt x="164092" y="246137"/>
                </a:cubicBezTo>
                <a:cubicBezTo>
                  <a:pt x="164092" y="237647"/>
                  <a:pt x="170985" y="230754"/>
                  <a:pt x="179475" y="230754"/>
                </a:cubicBezTo>
                <a:close/>
                <a:moveTo>
                  <a:pt x="215370" y="246137"/>
                </a:moveTo>
                <a:cubicBezTo>
                  <a:pt x="215370" y="237647"/>
                  <a:pt x="222263" y="230754"/>
                  <a:pt x="230754" y="230754"/>
                </a:cubicBezTo>
                <a:cubicBezTo>
                  <a:pt x="239244" y="230754"/>
                  <a:pt x="246137" y="237647"/>
                  <a:pt x="246137" y="246137"/>
                </a:cubicBezTo>
                <a:cubicBezTo>
                  <a:pt x="246137" y="254628"/>
                  <a:pt x="239244" y="261521"/>
                  <a:pt x="230754" y="261521"/>
                </a:cubicBezTo>
                <a:cubicBezTo>
                  <a:pt x="222263" y="261521"/>
                  <a:pt x="215370" y="254628"/>
                  <a:pt x="215370" y="246137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597157" y="2056614"/>
            <a:ext cx="4430471" cy="350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67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集群统一管理入口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97157" y="2450433"/>
            <a:ext cx="4386713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8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Kubernetes 集群的核心组件，所有资源操作的统一入口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9456" y="3456861"/>
            <a:ext cx="7537271" cy="1662794"/>
          </a:xfrm>
          <a:custGeom>
            <a:avLst/>
            <a:gdLst/>
            <a:ahLst/>
            <a:cxnLst/>
            <a:rect l="l" t="t" r="r" b="b"/>
            <a:pathLst>
              <a:path w="7537271" h="1662794">
                <a:moveTo>
                  <a:pt x="43758" y="0"/>
                </a:moveTo>
                <a:lnTo>
                  <a:pt x="7449758" y="0"/>
                </a:lnTo>
                <a:cubicBezTo>
                  <a:pt x="7498090" y="0"/>
                  <a:pt x="7537271" y="39181"/>
                  <a:pt x="7537271" y="87513"/>
                </a:cubicBezTo>
                <a:lnTo>
                  <a:pt x="7537271" y="1575281"/>
                </a:lnTo>
                <a:cubicBezTo>
                  <a:pt x="7537271" y="1623613"/>
                  <a:pt x="7498090" y="1662794"/>
                  <a:pt x="7449758" y="1662794"/>
                </a:cubicBezTo>
                <a:lnTo>
                  <a:pt x="43758" y="1662794"/>
                </a:lnTo>
                <a:cubicBezTo>
                  <a:pt x="19591" y="1662794"/>
                  <a:pt x="0" y="1643203"/>
                  <a:pt x="0" y="1619036"/>
                </a:cubicBezTo>
                <a:lnTo>
                  <a:pt x="0" y="43758"/>
                </a:lnTo>
                <a:cubicBezTo>
                  <a:pt x="0" y="19607"/>
                  <a:pt x="19607" y="0"/>
                  <a:pt x="43758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59456" y="3456861"/>
            <a:ext cx="43758" cy="1662794"/>
          </a:xfrm>
          <a:custGeom>
            <a:avLst/>
            <a:gdLst/>
            <a:ahLst/>
            <a:cxnLst/>
            <a:rect l="l" t="t" r="r" b="b"/>
            <a:pathLst>
              <a:path w="43758" h="1662794">
                <a:moveTo>
                  <a:pt x="43758" y="0"/>
                </a:moveTo>
                <a:lnTo>
                  <a:pt x="43758" y="0"/>
                </a:lnTo>
                <a:lnTo>
                  <a:pt x="43758" y="1662794"/>
                </a:lnTo>
                <a:lnTo>
                  <a:pt x="43758" y="1662794"/>
                </a:lnTo>
                <a:cubicBezTo>
                  <a:pt x="19591" y="1662794"/>
                  <a:pt x="0" y="1643203"/>
                  <a:pt x="0" y="1619036"/>
                </a:cubicBezTo>
                <a:lnTo>
                  <a:pt x="0" y="43758"/>
                </a:lnTo>
                <a:cubicBezTo>
                  <a:pt x="0" y="19607"/>
                  <a:pt x="19607" y="0"/>
                  <a:pt x="43758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43882" y="3719408"/>
            <a:ext cx="525093" cy="525093"/>
          </a:xfrm>
          <a:custGeom>
            <a:avLst/>
            <a:gdLst/>
            <a:ahLst/>
            <a:cxnLst/>
            <a:rect l="l" t="t" r="r" b="b"/>
            <a:pathLst>
              <a:path w="525093" h="525093">
                <a:moveTo>
                  <a:pt x="87517" y="0"/>
                </a:moveTo>
                <a:lnTo>
                  <a:pt x="437576" y="0"/>
                </a:lnTo>
                <a:cubicBezTo>
                  <a:pt x="485910" y="0"/>
                  <a:pt x="525093" y="39183"/>
                  <a:pt x="525093" y="87517"/>
                </a:cubicBezTo>
                <a:lnTo>
                  <a:pt x="525093" y="437576"/>
                </a:lnTo>
                <a:cubicBezTo>
                  <a:pt x="525093" y="485910"/>
                  <a:pt x="485910" y="525093"/>
                  <a:pt x="437576" y="525093"/>
                </a:cubicBezTo>
                <a:lnTo>
                  <a:pt x="87517" y="525093"/>
                </a:lnTo>
                <a:cubicBezTo>
                  <a:pt x="39183" y="525093"/>
                  <a:pt x="0" y="485910"/>
                  <a:pt x="0" y="437576"/>
                </a:cubicBezTo>
                <a:lnTo>
                  <a:pt x="0" y="87517"/>
                </a:lnTo>
                <a:cubicBezTo>
                  <a:pt x="0" y="39183"/>
                  <a:pt x="39183" y="0"/>
                  <a:pt x="87517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97034" y="3872560"/>
            <a:ext cx="218789" cy="218789"/>
          </a:xfrm>
          <a:custGeom>
            <a:avLst/>
            <a:gdLst/>
            <a:ahLst/>
            <a:cxnLst/>
            <a:rect l="l" t="t" r="r" b="b"/>
            <a:pathLst>
              <a:path w="218789" h="218789">
                <a:moveTo>
                  <a:pt x="109394" y="0"/>
                </a:moveTo>
                <a:cubicBezTo>
                  <a:pt x="111360" y="0"/>
                  <a:pt x="113326" y="427"/>
                  <a:pt x="115120" y="1239"/>
                </a:cubicBezTo>
                <a:lnTo>
                  <a:pt x="195628" y="35382"/>
                </a:lnTo>
                <a:cubicBezTo>
                  <a:pt x="205029" y="39356"/>
                  <a:pt x="212037" y="48629"/>
                  <a:pt x="211994" y="59825"/>
                </a:cubicBezTo>
                <a:cubicBezTo>
                  <a:pt x="211781" y="102215"/>
                  <a:pt x="194346" y="179774"/>
                  <a:pt x="120718" y="215028"/>
                </a:cubicBezTo>
                <a:cubicBezTo>
                  <a:pt x="113582" y="218447"/>
                  <a:pt x="105292" y="218447"/>
                  <a:pt x="98156" y="215028"/>
                </a:cubicBezTo>
                <a:cubicBezTo>
                  <a:pt x="24486" y="179774"/>
                  <a:pt x="7094" y="102215"/>
                  <a:pt x="6880" y="59825"/>
                </a:cubicBezTo>
                <a:cubicBezTo>
                  <a:pt x="6837" y="48629"/>
                  <a:pt x="13845" y="39356"/>
                  <a:pt x="23246" y="35382"/>
                </a:cubicBezTo>
                <a:lnTo>
                  <a:pt x="103711" y="1239"/>
                </a:lnTo>
                <a:cubicBezTo>
                  <a:pt x="105506" y="427"/>
                  <a:pt x="107429" y="0"/>
                  <a:pt x="109394" y="0"/>
                </a:cubicBezTo>
                <a:close/>
                <a:moveTo>
                  <a:pt x="109394" y="28545"/>
                </a:moveTo>
                <a:lnTo>
                  <a:pt x="109394" y="190115"/>
                </a:lnTo>
                <a:cubicBezTo>
                  <a:pt x="168365" y="161570"/>
                  <a:pt x="184218" y="98327"/>
                  <a:pt x="184603" y="60466"/>
                </a:cubicBezTo>
                <a:lnTo>
                  <a:pt x="109394" y="28588"/>
                </a:lnTo>
                <a:lnTo>
                  <a:pt x="109394" y="28588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444005" y="3719408"/>
            <a:ext cx="6399569" cy="30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23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认证与授权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44005" y="4113227"/>
            <a:ext cx="6377690" cy="568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8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认证和授权客户端请求，确保集群安全访问，支持多种认证方式（证书、Token、RBAC 等），提供细粒度的权限控制机制。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82349" y="3456861"/>
            <a:ext cx="7537271" cy="1662794"/>
          </a:xfrm>
          <a:custGeom>
            <a:avLst/>
            <a:gdLst/>
            <a:ahLst/>
            <a:cxnLst/>
            <a:rect l="l" t="t" r="r" b="b"/>
            <a:pathLst>
              <a:path w="7537271" h="1662794">
                <a:moveTo>
                  <a:pt x="43758" y="0"/>
                </a:moveTo>
                <a:lnTo>
                  <a:pt x="7449758" y="0"/>
                </a:lnTo>
                <a:cubicBezTo>
                  <a:pt x="7498090" y="0"/>
                  <a:pt x="7537271" y="39181"/>
                  <a:pt x="7537271" y="87513"/>
                </a:cubicBezTo>
                <a:lnTo>
                  <a:pt x="7537271" y="1575281"/>
                </a:lnTo>
                <a:cubicBezTo>
                  <a:pt x="7537271" y="1623613"/>
                  <a:pt x="7498090" y="1662794"/>
                  <a:pt x="7449758" y="1662794"/>
                </a:cubicBezTo>
                <a:lnTo>
                  <a:pt x="43758" y="1662794"/>
                </a:lnTo>
                <a:cubicBezTo>
                  <a:pt x="19591" y="1662794"/>
                  <a:pt x="0" y="1643203"/>
                  <a:pt x="0" y="1619036"/>
                </a:cubicBezTo>
                <a:lnTo>
                  <a:pt x="0" y="43758"/>
                </a:lnTo>
                <a:cubicBezTo>
                  <a:pt x="0" y="19607"/>
                  <a:pt x="19607" y="0"/>
                  <a:pt x="43758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282349" y="3456861"/>
            <a:ext cx="43758" cy="1662794"/>
          </a:xfrm>
          <a:custGeom>
            <a:avLst/>
            <a:gdLst/>
            <a:ahLst/>
            <a:cxnLst/>
            <a:rect l="l" t="t" r="r" b="b"/>
            <a:pathLst>
              <a:path w="43758" h="1662794">
                <a:moveTo>
                  <a:pt x="43758" y="0"/>
                </a:moveTo>
                <a:lnTo>
                  <a:pt x="43758" y="0"/>
                </a:lnTo>
                <a:lnTo>
                  <a:pt x="43758" y="1662794"/>
                </a:lnTo>
                <a:lnTo>
                  <a:pt x="43758" y="1662794"/>
                </a:lnTo>
                <a:cubicBezTo>
                  <a:pt x="19591" y="1662794"/>
                  <a:pt x="0" y="1643203"/>
                  <a:pt x="0" y="1619036"/>
                </a:cubicBezTo>
                <a:lnTo>
                  <a:pt x="0" y="43758"/>
                </a:lnTo>
                <a:cubicBezTo>
                  <a:pt x="0" y="19607"/>
                  <a:pt x="19607" y="0"/>
                  <a:pt x="43758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566774" y="3719408"/>
            <a:ext cx="525093" cy="525093"/>
          </a:xfrm>
          <a:custGeom>
            <a:avLst/>
            <a:gdLst/>
            <a:ahLst/>
            <a:cxnLst/>
            <a:rect l="l" t="t" r="r" b="b"/>
            <a:pathLst>
              <a:path w="525093" h="525093">
                <a:moveTo>
                  <a:pt x="87517" y="0"/>
                </a:moveTo>
                <a:lnTo>
                  <a:pt x="437576" y="0"/>
                </a:lnTo>
                <a:cubicBezTo>
                  <a:pt x="485910" y="0"/>
                  <a:pt x="525093" y="39183"/>
                  <a:pt x="525093" y="87517"/>
                </a:cubicBezTo>
                <a:lnTo>
                  <a:pt x="525093" y="437576"/>
                </a:lnTo>
                <a:cubicBezTo>
                  <a:pt x="525093" y="485910"/>
                  <a:pt x="485910" y="525093"/>
                  <a:pt x="437576" y="525093"/>
                </a:cubicBezTo>
                <a:lnTo>
                  <a:pt x="87517" y="525093"/>
                </a:lnTo>
                <a:cubicBezTo>
                  <a:pt x="39183" y="525093"/>
                  <a:pt x="0" y="485910"/>
                  <a:pt x="0" y="437576"/>
                </a:cubicBezTo>
                <a:lnTo>
                  <a:pt x="0" y="87517"/>
                </a:lnTo>
                <a:cubicBezTo>
                  <a:pt x="0" y="39183"/>
                  <a:pt x="39183" y="0"/>
                  <a:pt x="87517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733600" y="3872560"/>
            <a:ext cx="191440" cy="218789"/>
          </a:xfrm>
          <a:custGeom>
            <a:avLst/>
            <a:gdLst/>
            <a:ahLst/>
            <a:cxnLst/>
            <a:rect l="l" t="t" r="r" b="b"/>
            <a:pathLst>
              <a:path w="191440" h="218789">
                <a:moveTo>
                  <a:pt x="191440" y="87943"/>
                </a:moveTo>
                <a:cubicBezTo>
                  <a:pt x="185116" y="92131"/>
                  <a:pt x="177851" y="95506"/>
                  <a:pt x="170288" y="98199"/>
                </a:cubicBezTo>
                <a:cubicBezTo>
                  <a:pt x="150204" y="105378"/>
                  <a:pt x="123838" y="109394"/>
                  <a:pt x="95720" y="109394"/>
                </a:cubicBezTo>
                <a:cubicBezTo>
                  <a:pt x="67602" y="109394"/>
                  <a:pt x="41194" y="105335"/>
                  <a:pt x="21152" y="98199"/>
                </a:cubicBezTo>
                <a:cubicBezTo>
                  <a:pt x="13632" y="95506"/>
                  <a:pt x="6324" y="92131"/>
                  <a:pt x="0" y="87943"/>
                </a:cubicBezTo>
                <a:lnTo>
                  <a:pt x="0" y="123069"/>
                </a:lnTo>
                <a:cubicBezTo>
                  <a:pt x="0" y="141956"/>
                  <a:pt x="42860" y="157254"/>
                  <a:pt x="95720" y="157254"/>
                </a:cubicBezTo>
                <a:cubicBezTo>
                  <a:pt x="148580" y="157254"/>
                  <a:pt x="191440" y="141956"/>
                  <a:pt x="191440" y="123069"/>
                </a:cubicBezTo>
                <a:lnTo>
                  <a:pt x="191440" y="87943"/>
                </a:lnTo>
                <a:close/>
                <a:moveTo>
                  <a:pt x="191440" y="54697"/>
                </a:moveTo>
                <a:lnTo>
                  <a:pt x="191440" y="34186"/>
                </a:lnTo>
                <a:cubicBezTo>
                  <a:pt x="191440" y="15298"/>
                  <a:pt x="148580" y="0"/>
                  <a:pt x="95720" y="0"/>
                </a:cubicBezTo>
                <a:cubicBezTo>
                  <a:pt x="42860" y="0"/>
                  <a:pt x="0" y="15298"/>
                  <a:pt x="0" y="34186"/>
                </a:cubicBezTo>
                <a:lnTo>
                  <a:pt x="0" y="54697"/>
                </a:lnTo>
                <a:cubicBezTo>
                  <a:pt x="0" y="73585"/>
                  <a:pt x="42860" y="88883"/>
                  <a:pt x="95720" y="88883"/>
                </a:cubicBezTo>
                <a:cubicBezTo>
                  <a:pt x="148580" y="88883"/>
                  <a:pt x="191440" y="73585"/>
                  <a:pt x="191440" y="54697"/>
                </a:cubicBezTo>
                <a:close/>
                <a:moveTo>
                  <a:pt x="170288" y="166570"/>
                </a:moveTo>
                <a:cubicBezTo>
                  <a:pt x="150246" y="173706"/>
                  <a:pt x="123881" y="177766"/>
                  <a:pt x="95720" y="177766"/>
                </a:cubicBezTo>
                <a:cubicBezTo>
                  <a:pt x="67560" y="177766"/>
                  <a:pt x="41194" y="173706"/>
                  <a:pt x="21152" y="166570"/>
                </a:cubicBezTo>
                <a:cubicBezTo>
                  <a:pt x="13632" y="163878"/>
                  <a:pt x="6324" y="160502"/>
                  <a:pt x="0" y="156314"/>
                </a:cubicBezTo>
                <a:lnTo>
                  <a:pt x="0" y="184603"/>
                </a:lnTo>
                <a:cubicBezTo>
                  <a:pt x="0" y="203491"/>
                  <a:pt x="42860" y="218789"/>
                  <a:pt x="95720" y="218789"/>
                </a:cubicBezTo>
                <a:cubicBezTo>
                  <a:pt x="148580" y="218789"/>
                  <a:pt x="191440" y="203491"/>
                  <a:pt x="191440" y="184603"/>
                </a:cubicBezTo>
                <a:lnTo>
                  <a:pt x="191440" y="156314"/>
                </a:lnTo>
                <a:cubicBezTo>
                  <a:pt x="185116" y="160502"/>
                  <a:pt x="177851" y="163878"/>
                  <a:pt x="170288" y="16657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266898" y="3719408"/>
            <a:ext cx="6399569" cy="30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23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状态维护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66898" y="4113227"/>
            <a:ext cx="6377690" cy="568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8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维护集群状态信息，提供实时的资源可用性数据，将所有集群数据存储在 etcd 中，确保数据的一致性和高可用性。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9456" y="5382202"/>
            <a:ext cx="7537271" cy="1662794"/>
          </a:xfrm>
          <a:custGeom>
            <a:avLst/>
            <a:gdLst/>
            <a:ahLst/>
            <a:cxnLst/>
            <a:rect l="l" t="t" r="r" b="b"/>
            <a:pathLst>
              <a:path w="7537271" h="1662794">
                <a:moveTo>
                  <a:pt x="43758" y="0"/>
                </a:moveTo>
                <a:lnTo>
                  <a:pt x="7449758" y="0"/>
                </a:lnTo>
                <a:cubicBezTo>
                  <a:pt x="7498090" y="0"/>
                  <a:pt x="7537271" y="39181"/>
                  <a:pt x="7537271" y="87513"/>
                </a:cubicBezTo>
                <a:lnTo>
                  <a:pt x="7537271" y="1575281"/>
                </a:lnTo>
                <a:cubicBezTo>
                  <a:pt x="7537271" y="1623613"/>
                  <a:pt x="7498090" y="1662794"/>
                  <a:pt x="7449758" y="1662794"/>
                </a:cubicBezTo>
                <a:lnTo>
                  <a:pt x="43758" y="1662794"/>
                </a:lnTo>
                <a:cubicBezTo>
                  <a:pt x="19591" y="1662794"/>
                  <a:pt x="0" y="1643203"/>
                  <a:pt x="0" y="1619036"/>
                </a:cubicBezTo>
                <a:lnTo>
                  <a:pt x="0" y="43758"/>
                </a:lnTo>
                <a:cubicBezTo>
                  <a:pt x="0" y="19607"/>
                  <a:pt x="19607" y="0"/>
                  <a:pt x="43758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459456" y="5382202"/>
            <a:ext cx="43758" cy="1662794"/>
          </a:xfrm>
          <a:custGeom>
            <a:avLst/>
            <a:gdLst/>
            <a:ahLst/>
            <a:cxnLst/>
            <a:rect l="l" t="t" r="r" b="b"/>
            <a:pathLst>
              <a:path w="43758" h="1662794">
                <a:moveTo>
                  <a:pt x="43758" y="0"/>
                </a:moveTo>
                <a:lnTo>
                  <a:pt x="43758" y="0"/>
                </a:lnTo>
                <a:lnTo>
                  <a:pt x="43758" y="1662794"/>
                </a:lnTo>
                <a:lnTo>
                  <a:pt x="43758" y="1662794"/>
                </a:lnTo>
                <a:cubicBezTo>
                  <a:pt x="19591" y="1662794"/>
                  <a:pt x="0" y="1643203"/>
                  <a:pt x="0" y="1619036"/>
                </a:cubicBezTo>
                <a:lnTo>
                  <a:pt x="0" y="43758"/>
                </a:lnTo>
                <a:cubicBezTo>
                  <a:pt x="0" y="19607"/>
                  <a:pt x="19607" y="0"/>
                  <a:pt x="43758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743882" y="5644748"/>
            <a:ext cx="525093" cy="525093"/>
          </a:xfrm>
          <a:custGeom>
            <a:avLst/>
            <a:gdLst/>
            <a:ahLst/>
            <a:cxnLst/>
            <a:rect l="l" t="t" r="r" b="b"/>
            <a:pathLst>
              <a:path w="525093" h="525093">
                <a:moveTo>
                  <a:pt x="87517" y="0"/>
                </a:moveTo>
                <a:lnTo>
                  <a:pt x="437576" y="0"/>
                </a:lnTo>
                <a:cubicBezTo>
                  <a:pt x="485910" y="0"/>
                  <a:pt x="525093" y="39183"/>
                  <a:pt x="525093" y="87517"/>
                </a:cubicBezTo>
                <a:lnTo>
                  <a:pt x="525093" y="437576"/>
                </a:lnTo>
                <a:cubicBezTo>
                  <a:pt x="525093" y="485910"/>
                  <a:pt x="485910" y="525093"/>
                  <a:pt x="437576" y="525093"/>
                </a:cubicBezTo>
                <a:lnTo>
                  <a:pt x="87517" y="525093"/>
                </a:lnTo>
                <a:cubicBezTo>
                  <a:pt x="39183" y="525093"/>
                  <a:pt x="0" y="485910"/>
                  <a:pt x="0" y="437576"/>
                </a:cubicBezTo>
                <a:lnTo>
                  <a:pt x="0" y="87517"/>
                </a:lnTo>
                <a:cubicBezTo>
                  <a:pt x="0" y="39183"/>
                  <a:pt x="39183" y="0"/>
                  <a:pt x="87517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97034" y="5797900"/>
            <a:ext cx="218789" cy="218789"/>
          </a:xfrm>
          <a:custGeom>
            <a:avLst/>
            <a:gdLst/>
            <a:ahLst/>
            <a:cxnLst/>
            <a:rect l="l" t="t" r="r" b="b"/>
            <a:pathLst>
              <a:path w="218789" h="218789">
                <a:moveTo>
                  <a:pt x="218789" y="41023"/>
                </a:moveTo>
                <a:cubicBezTo>
                  <a:pt x="218789" y="62474"/>
                  <a:pt x="193534" y="94481"/>
                  <a:pt x="182637" y="107258"/>
                </a:cubicBezTo>
                <a:cubicBezTo>
                  <a:pt x="181013" y="109138"/>
                  <a:pt x="178620" y="109864"/>
                  <a:pt x="176441" y="109394"/>
                </a:cubicBezTo>
                <a:lnTo>
                  <a:pt x="136743" y="109394"/>
                </a:lnTo>
                <a:cubicBezTo>
                  <a:pt x="129179" y="109394"/>
                  <a:pt x="123069" y="115505"/>
                  <a:pt x="123069" y="123069"/>
                </a:cubicBezTo>
                <a:cubicBezTo>
                  <a:pt x="123069" y="130632"/>
                  <a:pt x="129179" y="136743"/>
                  <a:pt x="136743" y="136743"/>
                </a:cubicBezTo>
                <a:lnTo>
                  <a:pt x="177766" y="136743"/>
                </a:lnTo>
                <a:cubicBezTo>
                  <a:pt x="200414" y="136743"/>
                  <a:pt x="218789" y="155118"/>
                  <a:pt x="218789" y="177766"/>
                </a:cubicBezTo>
                <a:cubicBezTo>
                  <a:pt x="218789" y="200414"/>
                  <a:pt x="200414" y="218789"/>
                  <a:pt x="177766" y="218789"/>
                </a:cubicBezTo>
                <a:lnTo>
                  <a:pt x="59654" y="218789"/>
                </a:lnTo>
                <a:cubicBezTo>
                  <a:pt x="63372" y="214558"/>
                  <a:pt x="67901" y="209131"/>
                  <a:pt x="72474" y="203063"/>
                </a:cubicBezTo>
                <a:cubicBezTo>
                  <a:pt x="75166" y="199474"/>
                  <a:pt x="77943" y="195542"/>
                  <a:pt x="80593" y="191440"/>
                </a:cubicBezTo>
                <a:lnTo>
                  <a:pt x="177766" y="191440"/>
                </a:lnTo>
                <a:cubicBezTo>
                  <a:pt x="185329" y="191440"/>
                  <a:pt x="191440" y="185329"/>
                  <a:pt x="191440" y="177766"/>
                </a:cubicBezTo>
                <a:cubicBezTo>
                  <a:pt x="191440" y="170202"/>
                  <a:pt x="185329" y="164092"/>
                  <a:pt x="177766" y="164092"/>
                </a:cubicBezTo>
                <a:lnTo>
                  <a:pt x="136743" y="164092"/>
                </a:lnTo>
                <a:cubicBezTo>
                  <a:pt x="114095" y="164092"/>
                  <a:pt x="95720" y="145717"/>
                  <a:pt x="95720" y="123069"/>
                </a:cubicBezTo>
                <a:cubicBezTo>
                  <a:pt x="95720" y="100421"/>
                  <a:pt x="114095" y="82046"/>
                  <a:pt x="136743" y="82046"/>
                </a:cubicBezTo>
                <a:lnTo>
                  <a:pt x="153750" y="82046"/>
                </a:lnTo>
                <a:cubicBezTo>
                  <a:pt x="144777" y="68585"/>
                  <a:pt x="136743" y="53116"/>
                  <a:pt x="136743" y="41023"/>
                </a:cubicBezTo>
                <a:cubicBezTo>
                  <a:pt x="136743" y="18375"/>
                  <a:pt x="155118" y="0"/>
                  <a:pt x="177766" y="0"/>
                </a:cubicBezTo>
                <a:cubicBezTo>
                  <a:pt x="200414" y="0"/>
                  <a:pt x="218789" y="18375"/>
                  <a:pt x="218789" y="41023"/>
                </a:cubicBezTo>
                <a:close/>
                <a:moveTo>
                  <a:pt x="50039" y="209003"/>
                </a:moveTo>
                <a:cubicBezTo>
                  <a:pt x="48416" y="210841"/>
                  <a:pt x="46963" y="212464"/>
                  <a:pt x="45723" y="213832"/>
                </a:cubicBezTo>
                <a:lnTo>
                  <a:pt x="44954" y="214686"/>
                </a:lnTo>
                <a:lnTo>
                  <a:pt x="44869" y="214601"/>
                </a:lnTo>
                <a:cubicBezTo>
                  <a:pt x="42305" y="216567"/>
                  <a:pt x="38630" y="216310"/>
                  <a:pt x="36322" y="213832"/>
                </a:cubicBezTo>
                <a:cubicBezTo>
                  <a:pt x="25554" y="202123"/>
                  <a:pt x="0" y="171997"/>
                  <a:pt x="0" y="150417"/>
                </a:cubicBezTo>
                <a:cubicBezTo>
                  <a:pt x="0" y="127769"/>
                  <a:pt x="18375" y="109394"/>
                  <a:pt x="41023" y="109394"/>
                </a:cubicBezTo>
                <a:cubicBezTo>
                  <a:pt x="63671" y="109394"/>
                  <a:pt x="82046" y="127769"/>
                  <a:pt x="82046" y="150417"/>
                </a:cubicBezTo>
                <a:cubicBezTo>
                  <a:pt x="82046" y="163237"/>
                  <a:pt x="73029" y="179048"/>
                  <a:pt x="63457" y="192252"/>
                </a:cubicBezTo>
                <a:cubicBezTo>
                  <a:pt x="58885" y="198534"/>
                  <a:pt x="54184" y="204217"/>
                  <a:pt x="50296" y="208704"/>
                </a:cubicBezTo>
                <a:lnTo>
                  <a:pt x="50039" y="209003"/>
                </a:lnTo>
                <a:close/>
                <a:moveTo>
                  <a:pt x="54697" y="150417"/>
                </a:moveTo>
                <a:cubicBezTo>
                  <a:pt x="54697" y="142870"/>
                  <a:pt x="48570" y="136743"/>
                  <a:pt x="41023" y="136743"/>
                </a:cubicBezTo>
                <a:cubicBezTo>
                  <a:pt x="33476" y="136743"/>
                  <a:pt x="27349" y="142870"/>
                  <a:pt x="27349" y="150417"/>
                </a:cubicBezTo>
                <a:cubicBezTo>
                  <a:pt x="27349" y="157964"/>
                  <a:pt x="33476" y="164092"/>
                  <a:pt x="41023" y="164092"/>
                </a:cubicBezTo>
                <a:cubicBezTo>
                  <a:pt x="48570" y="164092"/>
                  <a:pt x="54697" y="157964"/>
                  <a:pt x="54697" y="150417"/>
                </a:cubicBezTo>
                <a:close/>
                <a:moveTo>
                  <a:pt x="177766" y="54697"/>
                </a:moveTo>
                <a:cubicBezTo>
                  <a:pt x="185313" y="54697"/>
                  <a:pt x="191440" y="48570"/>
                  <a:pt x="191440" y="41023"/>
                </a:cubicBezTo>
                <a:cubicBezTo>
                  <a:pt x="191440" y="33476"/>
                  <a:pt x="185313" y="27349"/>
                  <a:pt x="177766" y="27349"/>
                </a:cubicBezTo>
                <a:cubicBezTo>
                  <a:pt x="170219" y="27349"/>
                  <a:pt x="164092" y="33476"/>
                  <a:pt x="164092" y="41023"/>
                </a:cubicBezTo>
                <a:cubicBezTo>
                  <a:pt x="164092" y="48570"/>
                  <a:pt x="170219" y="54697"/>
                  <a:pt x="177766" y="54697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444005" y="5644748"/>
            <a:ext cx="6399569" cy="30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23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请求路由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44005" y="6038568"/>
            <a:ext cx="6377690" cy="568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8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接收所有资源操作请求，将请求路由到相应的控制器进行处理，支持 RESTful API，提供统一的接口规范。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82349" y="5382202"/>
            <a:ext cx="7537271" cy="1662794"/>
          </a:xfrm>
          <a:custGeom>
            <a:avLst/>
            <a:gdLst/>
            <a:ahLst/>
            <a:cxnLst/>
            <a:rect l="l" t="t" r="r" b="b"/>
            <a:pathLst>
              <a:path w="7537271" h="1662794">
                <a:moveTo>
                  <a:pt x="43758" y="0"/>
                </a:moveTo>
                <a:lnTo>
                  <a:pt x="7449758" y="0"/>
                </a:lnTo>
                <a:cubicBezTo>
                  <a:pt x="7498090" y="0"/>
                  <a:pt x="7537271" y="39181"/>
                  <a:pt x="7537271" y="87513"/>
                </a:cubicBezTo>
                <a:lnTo>
                  <a:pt x="7537271" y="1575281"/>
                </a:lnTo>
                <a:cubicBezTo>
                  <a:pt x="7537271" y="1623613"/>
                  <a:pt x="7498090" y="1662794"/>
                  <a:pt x="7449758" y="1662794"/>
                </a:cubicBezTo>
                <a:lnTo>
                  <a:pt x="43758" y="1662794"/>
                </a:lnTo>
                <a:cubicBezTo>
                  <a:pt x="19591" y="1662794"/>
                  <a:pt x="0" y="1643203"/>
                  <a:pt x="0" y="1619036"/>
                </a:cubicBezTo>
                <a:lnTo>
                  <a:pt x="0" y="43758"/>
                </a:lnTo>
                <a:cubicBezTo>
                  <a:pt x="0" y="19607"/>
                  <a:pt x="19607" y="0"/>
                  <a:pt x="43758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282349" y="5382202"/>
            <a:ext cx="43758" cy="1662794"/>
          </a:xfrm>
          <a:custGeom>
            <a:avLst/>
            <a:gdLst/>
            <a:ahLst/>
            <a:cxnLst/>
            <a:rect l="l" t="t" r="r" b="b"/>
            <a:pathLst>
              <a:path w="43758" h="1662794">
                <a:moveTo>
                  <a:pt x="43758" y="0"/>
                </a:moveTo>
                <a:lnTo>
                  <a:pt x="43758" y="0"/>
                </a:lnTo>
                <a:lnTo>
                  <a:pt x="43758" y="1662794"/>
                </a:lnTo>
                <a:lnTo>
                  <a:pt x="43758" y="1662794"/>
                </a:lnTo>
                <a:cubicBezTo>
                  <a:pt x="19591" y="1662794"/>
                  <a:pt x="0" y="1643203"/>
                  <a:pt x="0" y="1619036"/>
                </a:cubicBezTo>
                <a:lnTo>
                  <a:pt x="0" y="43758"/>
                </a:lnTo>
                <a:cubicBezTo>
                  <a:pt x="0" y="19607"/>
                  <a:pt x="19607" y="0"/>
                  <a:pt x="43758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566774" y="5644748"/>
            <a:ext cx="525093" cy="525093"/>
          </a:xfrm>
          <a:custGeom>
            <a:avLst/>
            <a:gdLst/>
            <a:ahLst/>
            <a:cxnLst/>
            <a:rect l="l" t="t" r="r" b="b"/>
            <a:pathLst>
              <a:path w="525093" h="525093">
                <a:moveTo>
                  <a:pt x="87517" y="0"/>
                </a:moveTo>
                <a:lnTo>
                  <a:pt x="437576" y="0"/>
                </a:lnTo>
                <a:cubicBezTo>
                  <a:pt x="485910" y="0"/>
                  <a:pt x="525093" y="39183"/>
                  <a:pt x="525093" y="87517"/>
                </a:cubicBezTo>
                <a:lnTo>
                  <a:pt x="525093" y="437576"/>
                </a:lnTo>
                <a:cubicBezTo>
                  <a:pt x="525093" y="485910"/>
                  <a:pt x="485910" y="525093"/>
                  <a:pt x="437576" y="525093"/>
                </a:cubicBezTo>
                <a:lnTo>
                  <a:pt x="87517" y="525093"/>
                </a:lnTo>
                <a:cubicBezTo>
                  <a:pt x="39183" y="525093"/>
                  <a:pt x="0" y="485910"/>
                  <a:pt x="0" y="437576"/>
                </a:cubicBezTo>
                <a:lnTo>
                  <a:pt x="0" y="87517"/>
                </a:lnTo>
                <a:cubicBezTo>
                  <a:pt x="0" y="39183"/>
                  <a:pt x="39183" y="0"/>
                  <a:pt x="87517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719926" y="5797900"/>
            <a:ext cx="218789" cy="218789"/>
          </a:xfrm>
          <a:custGeom>
            <a:avLst/>
            <a:gdLst/>
            <a:ahLst/>
            <a:cxnLst/>
            <a:rect l="l" t="t" r="r" b="b"/>
            <a:pathLst>
              <a:path w="218789" h="218789">
                <a:moveTo>
                  <a:pt x="121359" y="-556"/>
                </a:moveTo>
                <a:cubicBezTo>
                  <a:pt x="113967" y="-4829"/>
                  <a:pt x="104822" y="-4829"/>
                  <a:pt x="97429" y="-556"/>
                </a:cubicBezTo>
                <a:lnTo>
                  <a:pt x="61449" y="20212"/>
                </a:lnTo>
                <a:cubicBezTo>
                  <a:pt x="54056" y="24486"/>
                  <a:pt x="49484" y="32391"/>
                  <a:pt x="49484" y="40937"/>
                </a:cubicBezTo>
                <a:lnTo>
                  <a:pt x="49484" y="84481"/>
                </a:lnTo>
                <a:lnTo>
                  <a:pt x="11751" y="106275"/>
                </a:lnTo>
                <a:cubicBezTo>
                  <a:pt x="4359" y="110548"/>
                  <a:pt x="-214" y="118454"/>
                  <a:pt x="-214" y="127000"/>
                </a:cubicBezTo>
                <a:lnTo>
                  <a:pt x="-214" y="168578"/>
                </a:lnTo>
                <a:cubicBezTo>
                  <a:pt x="-214" y="177125"/>
                  <a:pt x="4359" y="185030"/>
                  <a:pt x="11751" y="189303"/>
                </a:cubicBezTo>
                <a:lnTo>
                  <a:pt x="47775" y="210071"/>
                </a:lnTo>
                <a:cubicBezTo>
                  <a:pt x="55167" y="214345"/>
                  <a:pt x="64312" y="214345"/>
                  <a:pt x="71705" y="210071"/>
                </a:cubicBezTo>
                <a:lnTo>
                  <a:pt x="109437" y="188278"/>
                </a:lnTo>
                <a:lnTo>
                  <a:pt x="147170" y="210071"/>
                </a:lnTo>
                <a:cubicBezTo>
                  <a:pt x="154562" y="214345"/>
                  <a:pt x="163707" y="214345"/>
                  <a:pt x="171100" y="210071"/>
                </a:cubicBezTo>
                <a:lnTo>
                  <a:pt x="207037" y="189303"/>
                </a:lnTo>
                <a:cubicBezTo>
                  <a:pt x="214430" y="185030"/>
                  <a:pt x="219002" y="177125"/>
                  <a:pt x="219002" y="168578"/>
                </a:cubicBezTo>
                <a:lnTo>
                  <a:pt x="219002" y="127000"/>
                </a:lnTo>
                <a:cubicBezTo>
                  <a:pt x="219002" y="118454"/>
                  <a:pt x="214430" y="110548"/>
                  <a:pt x="207037" y="106275"/>
                </a:cubicBezTo>
                <a:lnTo>
                  <a:pt x="169305" y="84481"/>
                </a:lnTo>
                <a:lnTo>
                  <a:pt x="169305" y="40937"/>
                </a:lnTo>
                <a:cubicBezTo>
                  <a:pt x="169305" y="32391"/>
                  <a:pt x="164733" y="24486"/>
                  <a:pt x="157340" y="20212"/>
                </a:cubicBezTo>
                <a:lnTo>
                  <a:pt x="121359" y="-556"/>
                </a:lnTo>
                <a:close/>
                <a:moveTo>
                  <a:pt x="99139" y="125034"/>
                </a:moveTo>
                <a:lnTo>
                  <a:pt x="99139" y="170544"/>
                </a:lnTo>
                <a:lnTo>
                  <a:pt x="61406" y="192337"/>
                </a:lnTo>
                <a:cubicBezTo>
                  <a:pt x="60893" y="192637"/>
                  <a:pt x="60295" y="192808"/>
                  <a:pt x="59697" y="192808"/>
                </a:cubicBezTo>
                <a:lnTo>
                  <a:pt x="59697" y="147811"/>
                </a:lnTo>
                <a:lnTo>
                  <a:pt x="99139" y="125034"/>
                </a:lnTo>
                <a:close/>
                <a:moveTo>
                  <a:pt x="198021" y="125291"/>
                </a:moveTo>
                <a:cubicBezTo>
                  <a:pt x="198320" y="125803"/>
                  <a:pt x="198491" y="126402"/>
                  <a:pt x="198491" y="127000"/>
                </a:cubicBezTo>
                <a:lnTo>
                  <a:pt x="198491" y="168578"/>
                </a:lnTo>
                <a:cubicBezTo>
                  <a:pt x="198491" y="169818"/>
                  <a:pt x="197850" y="170929"/>
                  <a:pt x="196782" y="171527"/>
                </a:cubicBezTo>
                <a:lnTo>
                  <a:pt x="160758" y="192295"/>
                </a:lnTo>
                <a:cubicBezTo>
                  <a:pt x="160246" y="192594"/>
                  <a:pt x="159647" y="192765"/>
                  <a:pt x="159049" y="192765"/>
                </a:cubicBezTo>
                <a:lnTo>
                  <a:pt x="159049" y="147768"/>
                </a:lnTo>
                <a:lnTo>
                  <a:pt x="198021" y="125291"/>
                </a:lnTo>
                <a:close/>
                <a:moveTo>
                  <a:pt x="148836" y="40937"/>
                </a:moveTo>
                <a:lnTo>
                  <a:pt x="148836" y="84481"/>
                </a:lnTo>
                <a:lnTo>
                  <a:pt x="109394" y="107258"/>
                </a:lnTo>
                <a:lnTo>
                  <a:pt x="109394" y="61748"/>
                </a:lnTo>
                <a:lnTo>
                  <a:pt x="148366" y="39271"/>
                </a:lnTo>
                <a:cubicBezTo>
                  <a:pt x="148665" y="39784"/>
                  <a:pt x="148836" y="40382"/>
                  <a:pt x="148836" y="4098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9266898" y="5644748"/>
            <a:ext cx="6399569" cy="30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23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Pod 生命周期管理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266898" y="6038568"/>
            <a:ext cx="6377690" cy="568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8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协调 Pod 的创建、更新和删除操作，管理 Pod 的整个生命周期，包括初始化、启动、健康检查、优雅关闭等。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7577" y="7307542"/>
            <a:ext cx="15380845" cy="1400248"/>
          </a:xfrm>
          <a:custGeom>
            <a:avLst/>
            <a:gdLst/>
            <a:ahLst/>
            <a:cxnLst/>
            <a:rect l="l" t="t" r="r" b="b"/>
            <a:pathLst>
              <a:path w="15380845" h="1400248">
                <a:moveTo>
                  <a:pt x="87515" y="0"/>
                </a:moveTo>
                <a:lnTo>
                  <a:pt x="15293330" y="0"/>
                </a:lnTo>
                <a:cubicBezTo>
                  <a:pt x="15341663" y="0"/>
                  <a:pt x="15380845" y="39182"/>
                  <a:pt x="15380845" y="87515"/>
                </a:cubicBezTo>
                <a:lnTo>
                  <a:pt x="15380845" y="1312732"/>
                </a:lnTo>
                <a:cubicBezTo>
                  <a:pt x="15380845" y="1361066"/>
                  <a:pt x="15341663" y="1400248"/>
                  <a:pt x="15293330" y="1400248"/>
                </a:cubicBezTo>
                <a:lnTo>
                  <a:pt x="87515" y="1400248"/>
                </a:lnTo>
                <a:cubicBezTo>
                  <a:pt x="39182" y="1400248"/>
                  <a:pt x="0" y="1361066"/>
                  <a:pt x="0" y="1312732"/>
                </a:cubicBezTo>
                <a:lnTo>
                  <a:pt x="0" y="87515"/>
                </a:lnTo>
                <a:cubicBezTo>
                  <a:pt x="0" y="39214"/>
                  <a:pt x="39214" y="0"/>
                  <a:pt x="87515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5442198" y="7482573"/>
            <a:ext cx="700124" cy="700124"/>
          </a:xfrm>
          <a:custGeom>
            <a:avLst/>
            <a:gdLst/>
            <a:ahLst/>
            <a:cxnLst/>
            <a:rect l="l" t="t" r="r" b="b"/>
            <a:pathLst>
              <a:path w="700124" h="700124">
                <a:moveTo>
                  <a:pt x="350062" y="0"/>
                </a:moveTo>
                <a:lnTo>
                  <a:pt x="350062" y="0"/>
                </a:lnTo>
                <a:cubicBezTo>
                  <a:pt x="543266" y="0"/>
                  <a:pt x="700124" y="156857"/>
                  <a:pt x="700124" y="350062"/>
                </a:cubicBezTo>
                <a:lnTo>
                  <a:pt x="700124" y="350062"/>
                </a:lnTo>
                <a:cubicBezTo>
                  <a:pt x="700124" y="543266"/>
                  <a:pt x="543266" y="700124"/>
                  <a:pt x="350062" y="700124"/>
                </a:cubicBezTo>
                <a:lnTo>
                  <a:pt x="350062" y="700124"/>
                </a:lnTo>
                <a:cubicBezTo>
                  <a:pt x="156857" y="700124"/>
                  <a:pt x="0" y="543266"/>
                  <a:pt x="0" y="350062"/>
                </a:cubicBezTo>
                <a:lnTo>
                  <a:pt x="0" y="350062"/>
                </a:lnTo>
                <a:cubicBezTo>
                  <a:pt x="0" y="156857"/>
                  <a:pt x="156857" y="0"/>
                  <a:pt x="350062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5644577" y="7701362"/>
            <a:ext cx="295365" cy="262546"/>
          </a:xfrm>
          <a:custGeom>
            <a:avLst/>
            <a:gdLst/>
            <a:ahLst/>
            <a:cxnLst/>
            <a:rect l="l" t="t" r="r" b="b"/>
            <a:pathLst>
              <a:path w="295365" h="262546">
                <a:moveTo>
                  <a:pt x="114864" y="127171"/>
                </a:moveTo>
                <a:cubicBezTo>
                  <a:pt x="148826" y="127171"/>
                  <a:pt x="176398" y="99598"/>
                  <a:pt x="176398" y="65637"/>
                </a:cubicBezTo>
                <a:cubicBezTo>
                  <a:pt x="176398" y="31675"/>
                  <a:pt x="148826" y="4102"/>
                  <a:pt x="114864" y="4102"/>
                </a:cubicBezTo>
                <a:cubicBezTo>
                  <a:pt x="80902" y="4102"/>
                  <a:pt x="53330" y="31675"/>
                  <a:pt x="53330" y="65637"/>
                </a:cubicBezTo>
                <a:cubicBezTo>
                  <a:pt x="53330" y="99598"/>
                  <a:pt x="80902" y="127171"/>
                  <a:pt x="114864" y="127171"/>
                </a:cubicBezTo>
                <a:close/>
                <a:moveTo>
                  <a:pt x="99634" y="155887"/>
                </a:moveTo>
                <a:cubicBezTo>
                  <a:pt x="49125" y="155887"/>
                  <a:pt x="8205" y="196807"/>
                  <a:pt x="8205" y="247317"/>
                </a:cubicBezTo>
                <a:cubicBezTo>
                  <a:pt x="8205" y="255726"/>
                  <a:pt x="15025" y="262546"/>
                  <a:pt x="23434" y="262546"/>
                </a:cubicBezTo>
                <a:lnTo>
                  <a:pt x="152400" y="262546"/>
                </a:lnTo>
                <a:cubicBezTo>
                  <a:pt x="133837" y="240702"/>
                  <a:pt x="123069" y="212550"/>
                  <a:pt x="123069" y="182757"/>
                </a:cubicBezTo>
                <a:lnTo>
                  <a:pt x="123069" y="166809"/>
                </a:lnTo>
                <a:cubicBezTo>
                  <a:pt x="123069" y="163066"/>
                  <a:pt x="123581" y="159374"/>
                  <a:pt x="124556" y="155887"/>
                </a:cubicBezTo>
                <a:lnTo>
                  <a:pt x="99634" y="155887"/>
                </a:lnTo>
                <a:close/>
                <a:moveTo>
                  <a:pt x="228344" y="250496"/>
                </a:moveTo>
                <a:lnTo>
                  <a:pt x="221524" y="253727"/>
                </a:lnTo>
                <a:lnTo>
                  <a:pt x="221524" y="157271"/>
                </a:lnTo>
                <a:lnTo>
                  <a:pt x="270751" y="173681"/>
                </a:lnTo>
                <a:lnTo>
                  <a:pt x="270751" y="183731"/>
                </a:lnTo>
                <a:cubicBezTo>
                  <a:pt x="270751" y="212345"/>
                  <a:pt x="254239" y="238343"/>
                  <a:pt x="228344" y="250547"/>
                </a:cubicBezTo>
                <a:close/>
                <a:moveTo>
                  <a:pt x="216344" y="133068"/>
                </a:moveTo>
                <a:lnTo>
                  <a:pt x="158912" y="152195"/>
                </a:lnTo>
                <a:cubicBezTo>
                  <a:pt x="152195" y="154451"/>
                  <a:pt x="147682" y="160707"/>
                  <a:pt x="147682" y="167784"/>
                </a:cubicBezTo>
                <a:lnTo>
                  <a:pt x="147682" y="183731"/>
                </a:lnTo>
                <a:cubicBezTo>
                  <a:pt x="147682" y="221883"/>
                  <a:pt x="169732" y="256598"/>
                  <a:pt x="204191" y="272802"/>
                </a:cubicBezTo>
                <a:lnTo>
                  <a:pt x="213678" y="277263"/>
                </a:lnTo>
                <a:cubicBezTo>
                  <a:pt x="216139" y="278392"/>
                  <a:pt x="218806" y="279007"/>
                  <a:pt x="221472" y="279007"/>
                </a:cubicBezTo>
                <a:cubicBezTo>
                  <a:pt x="224139" y="279007"/>
                  <a:pt x="226857" y="278392"/>
                  <a:pt x="229267" y="277263"/>
                </a:cubicBezTo>
                <a:lnTo>
                  <a:pt x="238753" y="272802"/>
                </a:lnTo>
                <a:cubicBezTo>
                  <a:pt x="273315" y="256547"/>
                  <a:pt x="295365" y="221831"/>
                  <a:pt x="295365" y="183680"/>
                </a:cubicBezTo>
                <a:lnTo>
                  <a:pt x="295365" y="167732"/>
                </a:lnTo>
                <a:cubicBezTo>
                  <a:pt x="295365" y="160656"/>
                  <a:pt x="290852" y="154400"/>
                  <a:pt x="284135" y="152144"/>
                </a:cubicBezTo>
                <a:lnTo>
                  <a:pt x="226703" y="133017"/>
                </a:lnTo>
                <a:cubicBezTo>
                  <a:pt x="223318" y="131889"/>
                  <a:pt x="219678" y="131889"/>
                  <a:pt x="216344" y="133017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5398440" y="8270213"/>
            <a:ext cx="787639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7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认证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37686" y="7876393"/>
            <a:ext cx="262546" cy="262546"/>
          </a:xfrm>
          <a:custGeom>
            <a:avLst/>
            <a:gdLst/>
            <a:ahLst/>
            <a:cxnLst/>
            <a:rect l="l" t="t" r="r" b="b"/>
            <a:pathLst>
              <a:path w="262546" h="262546">
                <a:moveTo>
                  <a:pt x="257726" y="142862"/>
                </a:moveTo>
                <a:cubicBezTo>
                  <a:pt x="264136" y="136452"/>
                  <a:pt x="264136" y="126043"/>
                  <a:pt x="257726" y="119633"/>
                </a:cubicBezTo>
                <a:lnTo>
                  <a:pt x="175680" y="37587"/>
                </a:lnTo>
                <a:cubicBezTo>
                  <a:pt x="169271" y="31177"/>
                  <a:pt x="158861" y="31177"/>
                  <a:pt x="152451" y="37587"/>
                </a:cubicBezTo>
                <a:cubicBezTo>
                  <a:pt x="146041" y="43997"/>
                  <a:pt x="146041" y="54407"/>
                  <a:pt x="152451" y="60816"/>
                </a:cubicBezTo>
                <a:lnTo>
                  <a:pt x="206499" y="114864"/>
                </a:lnTo>
                <a:lnTo>
                  <a:pt x="16409" y="114864"/>
                </a:lnTo>
                <a:cubicBezTo>
                  <a:pt x="7333" y="114864"/>
                  <a:pt x="0" y="122197"/>
                  <a:pt x="0" y="131273"/>
                </a:cubicBezTo>
                <a:cubicBezTo>
                  <a:pt x="0" y="140350"/>
                  <a:pt x="7333" y="147682"/>
                  <a:pt x="16409" y="147682"/>
                </a:cubicBezTo>
                <a:lnTo>
                  <a:pt x="206499" y="147682"/>
                </a:lnTo>
                <a:lnTo>
                  <a:pt x="152451" y="201730"/>
                </a:lnTo>
                <a:cubicBezTo>
                  <a:pt x="146041" y="208140"/>
                  <a:pt x="146041" y="218549"/>
                  <a:pt x="152451" y="224959"/>
                </a:cubicBezTo>
                <a:cubicBezTo>
                  <a:pt x="158861" y="231369"/>
                  <a:pt x="169271" y="231369"/>
                  <a:pt x="175680" y="224959"/>
                </a:cubicBezTo>
                <a:lnTo>
                  <a:pt x="257726" y="142913"/>
                </a:ln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6995598" y="7482573"/>
            <a:ext cx="700124" cy="700124"/>
          </a:xfrm>
          <a:custGeom>
            <a:avLst/>
            <a:gdLst/>
            <a:ahLst/>
            <a:cxnLst/>
            <a:rect l="l" t="t" r="r" b="b"/>
            <a:pathLst>
              <a:path w="700124" h="700124">
                <a:moveTo>
                  <a:pt x="350062" y="0"/>
                </a:moveTo>
                <a:lnTo>
                  <a:pt x="350062" y="0"/>
                </a:lnTo>
                <a:cubicBezTo>
                  <a:pt x="543266" y="0"/>
                  <a:pt x="700124" y="156857"/>
                  <a:pt x="700124" y="350062"/>
                </a:cubicBezTo>
                <a:lnTo>
                  <a:pt x="700124" y="350062"/>
                </a:lnTo>
                <a:cubicBezTo>
                  <a:pt x="700124" y="543266"/>
                  <a:pt x="543266" y="700124"/>
                  <a:pt x="350062" y="700124"/>
                </a:cubicBezTo>
                <a:lnTo>
                  <a:pt x="350062" y="700124"/>
                </a:lnTo>
                <a:cubicBezTo>
                  <a:pt x="156857" y="700124"/>
                  <a:pt x="0" y="543266"/>
                  <a:pt x="0" y="350062"/>
                </a:cubicBezTo>
                <a:lnTo>
                  <a:pt x="0" y="350062"/>
                </a:lnTo>
                <a:cubicBezTo>
                  <a:pt x="0" y="156857"/>
                  <a:pt x="156857" y="0"/>
                  <a:pt x="350062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7214386" y="7701362"/>
            <a:ext cx="262546" cy="262546"/>
          </a:xfrm>
          <a:custGeom>
            <a:avLst/>
            <a:gdLst/>
            <a:ahLst/>
            <a:cxnLst/>
            <a:rect l="l" t="t" r="r" b="b"/>
            <a:pathLst>
              <a:path w="262546" h="262546">
                <a:moveTo>
                  <a:pt x="131273" y="262546"/>
                </a:moveTo>
                <a:cubicBezTo>
                  <a:pt x="203725" y="262546"/>
                  <a:pt x="262546" y="203725"/>
                  <a:pt x="262546" y="131273"/>
                </a:cubicBezTo>
                <a:cubicBezTo>
                  <a:pt x="262546" y="58822"/>
                  <a:pt x="203725" y="0"/>
                  <a:pt x="131273" y="0"/>
                </a:cubicBezTo>
                <a:cubicBezTo>
                  <a:pt x="58822" y="0"/>
                  <a:pt x="0" y="58822"/>
                  <a:pt x="0" y="131273"/>
                </a:cubicBezTo>
                <a:cubicBezTo>
                  <a:pt x="0" y="203725"/>
                  <a:pt x="58822" y="262546"/>
                  <a:pt x="131273" y="262546"/>
                </a:cubicBezTo>
                <a:close/>
                <a:moveTo>
                  <a:pt x="174552" y="109070"/>
                </a:moveTo>
                <a:lnTo>
                  <a:pt x="133529" y="174706"/>
                </a:lnTo>
                <a:cubicBezTo>
                  <a:pt x="131376" y="178142"/>
                  <a:pt x="127684" y="180296"/>
                  <a:pt x="123633" y="180501"/>
                </a:cubicBezTo>
                <a:cubicBezTo>
                  <a:pt x="119582" y="180706"/>
                  <a:pt x="115685" y="178860"/>
                  <a:pt x="113274" y="175578"/>
                </a:cubicBezTo>
                <a:lnTo>
                  <a:pt x="88661" y="142760"/>
                </a:lnTo>
                <a:cubicBezTo>
                  <a:pt x="84558" y="137324"/>
                  <a:pt x="85687" y="129632"/>
                  <a:pt x="91122" y="125530"/>
                </a:cubicBezTo>
                <a:cubicBezTo>
                  <a:pt x="96558" y="121428"/>
                  <a:pt x="104249" y="122556"/>
                  <a:pt x="108352" y="127991"/>
                </a:cubicBezTo>
                <a:lnTo>
                  <a:pt x="122197" y="146452"/>
                </a:lnTo>
                <a:lnTo>
                  <a:pt x="153682" y="96045"/>
                </a:lnTo>
                <a:cubicBezTo>
                  <a:pt x="157271" y="90302"/>
                  <a:pt x="164861" y="88507"/>
                  <a:pt x="170655" y="92148"/>
                </a:cubicBezTo>
                <a:cubicBezTo>
                  <a:pt x="176450" y="95788"/>
                  <a:pt x="178193" y="103326"/>
                  <a:pt x="174552" y="109121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951840" y="8270213"/>
            <a:ext cx="787639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7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授权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991086" y="7876393"/>
            <a:ext cx="262546" cy="262546"/>
          </a:xfrm>
          <a:custGeom>
            <a:avLst/>
            <a:gdLst/>
            <a:ahLst/>
            <a:cxnLst/>
            <a:rect l="l" t="t" r="r" b="b"/>
            <a:pathLst>
              <a:path w="262546" h="262546">
                <a:moveTo>
                  <a:pt x="257726" y="142862"/>
                </a:moveTo>
                <a:cubicBezTo>
                  <a:pt x="264136" y="136452"/>
                  <a:pt x="264136" y="126043"/>
                  <a:pt x="257726" y="119633"/>
                </a:cubicBezTo>
                <a:lnTo>
                  <a:pt x="175680" y="37587"/>
                </a:lnTo>
                <a:cubicBezTo>
                  <a:pt x="169271" y="31177"/>
                  <a:pt x="158861" y="31177"/>
                  <a:pt x="152451" y="37587"/>
                </a:cubicBezTo>
                <a:cubicBezTo>
                  <a:pt x="146041" y="43997"/>
                  <a:pt x="146041" y="54407"/>
                  <a:pt x="152451" y="60816"/>
                </a:cubicBezTo>
                <a:lnTo>
                  <a:pt x="206499" y="114864"/>
                </a:lnTo>
                <a:lnTo>
                  <a:pt x="16409" y="114864"/>
                </a:lnTo>
                <a:cubicBezTo>
                  <a:pt x="7333" y="114864"/>
                  <a:pt x="0" y="122197"/>
                  <a:pt x="0" y="131273"/>
                </a:cubicBezTo>
                <a:cubicBezTo>
                  <a:pt x="0" y="140350"/>
                  <a:pt x="7333" y="147682"/>
                  <a:pt x="16409" y="147682"/>
                </a:cubicBezTo>
                <a:lnTo>
                  <a:pt x="206499" y="147682"/>
                </a:lnTo>
                <a:lnTo>
                  <a:pt x="152451" y="201730"/>
                </a:lnTo>
                <a:cubicBezTo>
                  <a:pt x="146041" y="208140"/>
                  <a:pt x="146041" y="218549"/>
                  <a:pt x="152451" y="224959"/>
                </a:cubicBezTo>
                <a:cubicBezTo>
                  <a:pt x="158861" y="231369"/>
                  <a:pt x="169271" y="231369"/>
                  <a:pt x="175680" y="224959"/>
                </a:cubicBezTo>
                <a:lnTo>
                  <a:pt x="257726" y="142913"/>
                </a:ln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8548997" y="7482573"/>
            <a:ext cx="700124" cy="700124"/>
          </a:xfrm>
          <a:custGeom>
            <a:avLst/>
            <a:gdLst/>
            <a:ahLst/>
            <a:cxnLst/>
            <a:rect l="l" t="t" r="r" b="b"/>
            <a:pathLst>
              <a:path w="700124" h="700124">
                <a:moveTo>
                  <a:pt x="350062" y="0"/>
                </a:moveTo>
                <a:lnTo>
                  <a:pt x="350062" y="0"/>
                </a:lnTo>
                <a:cubicBezTo>
                  <a:pt x="543266" y="0"/>
                  <a:pt x="700124" y="156857"/>
                  <a:pt x="700124" y="350062"/>
                </a:cubicBezTo>
                <a:lnTo>
                  <a:pt x="700124" y="350062"/>
                </a:lnTo>
                <a:cubicBezTo>
                  <a:pt x="700124" y="543266"/>
                  <a:pt x="543266" y="700124"/>
                  <a:pt x="350062" y="700124"/>
                </a:cubicBezTo>
                <a:lnTo>
                  <a:pt x="350062" y="700124"/>
                </a:lnTo>
                <a:cubicBezTo>
                  <a:pt x="156857" y="700124"/>
                  <a:pt x="0" y="543266"/>
                  <a:pt x="0" y="350062"/>
                </a:cubicBezTo>
                <a:lnTo>
                  <a:pt x="0" y="350062"/>
                </a:lnTo>
                <a:cubicBezTo>
                  <a:pt x="0" y="156857"/>
                  <a:pt x="156857" y="0"/>
                  <a:pt x="350062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8784195" y="7701362"/>
            <a:ext cx="229728" cy="262546"/>
          </a:xfrm>
          <a:custGeom>
            <a:avLst/>
            <a:gdLst/>
            <a:ahLst/>
            <a:cxnLst/>
            <a:rect l="l" t="t" r="r" b="b"/>
            <a:pathLst>
              <a:path w="229728" h="262546">
                <a:moveTo>
                  <a:pt x="229728" y="105531"/>
                </a:moveTo>
                <a:cubicBezTo>
                  <a:pt x="222139" y="110557"/>
                  <a:pt x="213422" y="114608"/>
                  <a:pt x="204345" y="117838"/>
                </a:cubicBezTo>
                <a:cubicBezTo>
                  <a:pt x="180244" y="126453"/>
                  <a:pt x="148605" y="131273"/>
                  <a:pt x="114864" y="131273"/>
                </a:cubicBezTo>
                <a:cubicBezTo>
                  <a:pt x="81123" y="131273"/>
                  <a:pt x="49433" y="126402"/>
                  <a:pt x="25383" y="117838"/>
                </a:cubicBezTo>
                <a:cubicBezTo>
                  <a:pt x="16358" y="114608"/>
                  <a:pt x="7589" y="110557"/>
                  <a:pt x="0" y="105531"/>
                </a:cubicBezTo>
                <a:lnTo>
                  <a:pt x="0" y="147682"/>
                </a:lnTo>
                <a:cubicBezTo>
                  <a:pt x="0" y="170348"/>
                  <a:pt x="51432" y="188705"/>
                  <a:pt x="114864" y="188705"/>
                </a:cubicBezTo>
                <a:cubicBezTo>
                  <a:pt x="178296" y="188705"/>
                  <a:pt x="229728" y="170348"/>
                  <a:pt x="229728" y="147682"/>
                </a:cubicBezTo>
                <a:lnTo>
                  <a:pt x="229728" y="105531"/>
                </a:lnTo>
                <a:close/>
                <a:moveTo>
                  <a:pt x="229728" y="65637"/>
                </a:moveTo>
                <a:lnTo>
                  <a:pt x="229728" y="41023"/>
                </a:lnTo>
                <a:cubicBezTo>
                  <a:pt x="229728" y="18358"/>
                  <a:pt x="178296" y="0"/>
                  <a:pt x="114864" y="0"/>
                </a:cubicBezTo>
                <a:cubicBezTo>
                  <a:pt x="51432" y="0"/>
                  <a:pt x="0" y="18358"/>
                  <a:pt x="0" y="41023"/>
                </a:cubicBezTo>
                <a:lnTo>
                  <a:pt x="0" y="65637"/>
                </a:lnTo>
                <a:cubicBezTo>
                  <a:pt x="0" y="88302"/>
                  <a:pt x="51432" y="106659"/>
                  <a:pt x="114864" y="106659"/>
                </a:cubicBezTo>
                <a:cubicBezTo>
                  <a:pt x="178296" y="106659"/>
                  <a:pt x="229728" y="88302"/>
                  <a:pt x="229728" y="65637"/>
                </a:cubicBezTo>
                <a:close/>
                <a:moveTo>
                  <a:pt x="204345" y="199884"/>
                </a:moveTo>
                <a:cubicBezTo>
                  <a:pt x="180296" y="208448"/>
                  <a:pt x="148657" y="213319"/>
                  <a:pt x="114864" y="213319"/>
                </a:cubicBezTo>
                <a:cubicBezTo>
                  <a:pt x="81071" y="213319"/>
                  <a:pt x="49433" y="208448"/>
                  <a:pt x="25383" y="199884"/>
                </a:cubicBezTo>
                <a:cubicBezTo>
                  <a:pt x="16358" y="196653"/>
                  <a:pt x="7589" y="192602"/>
                  <a:pt x="0" y="187577"/>
                </a:cubicBezTo>
                <a:lnTo>
                  <a:pt x="0" y="221524"/>
                </a:lnTo>
                <a:cubicBezTo>
                  <a:pt x="0" y="244189"/>
                  <a:pt x="51432" y="262546"/>
                  <a:pt x="114864" y="262546"/>
                </a:cubicBezTo>
                <a:cubicBezTo>
                  <a:pt x="178296" y="262546"/>
                  <a:pt x="229728" y="244189"/>
                  <a:pt x="229728" y="221524"/>
                </a:cubicBezTo>
                <a:lnTo>
                  <a:pt x="229728" y="187577"/>
                </a:lnTo>
                <a:cubicBezTo>
                  <a:pt x="222139" y="192602"/>
                  <a:pt x="213422" y="196653"/>
                  <a:pt x="204345" y="199884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8505240" y="8270213"/>
            <a:ext cx="787639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7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状态管理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544486" y="7876393"/>
            <a:ext cx="262546" cy="262546"/>
          </a:xfrm>
          <a:custGeom>
            <a:avLst/>
            <a:gdLst/>
            <a:ahLst/>
            <a:cxnLst/>
            <a:rect l="l" t="t" r="r" b="b"/>
            <a:pathLst>
              <a:path w="262546" h="262546">
                <a:moveTo>
                  <a:pt x="257726" y="142862"/>
                </a:moveTo>
                <a:cubicBezTo>
                  <a:pt x="264136" y="136452"/>
                  <a:pt x="264136" y="126043"/>
                  <a:pt x="257726" y="119633"/>
                </a:cubicBezTo>
                <a:lnTo>
                  <a:pt x="175680" y="37587"/>
                </a:lnTo>
                <a:cubicBezTo>
                  <a:pt x="169271" y="31177"/>
                  <a:pt x="158861" y="31177"/>
                  <a:pt x="152451" y="37587"/>
                </a:cubicBezTo>
                <a:cubicBezTo>
                  <a:pt x="146041" y="43997"/>
                  <a:pt x="146041" y="54407"/>
                  <a:pt x="152451" y="60816"/>
                </a:cubicBezTo>
                <a:lnTo>
                  <a:pt x="206499" y="114864"/>
                </a:lnTo>
                <a:lnTo>
                  <a:pt x="16409" y="114864"/>
                </a:lnTo>
                <a:cubicBezTo>
                  <a:pt x="7333" y="114864"/>
                  <a:pt x="0" y="122197"/>
                  <a:pt x="0" y="131273"/>
                </a:cubicBezTo>
                <a:cubicBezTo>
                  <a:pt x="0" y="140350"/>
                  <a:pt x="7333" y="147682"/>
                  <a:pt x="16409" y="147682"/>
                </a:cubicBezTo>
                <a:lnTo>
                  <a:pt x="206499" y="147682"/>
                </a:lnTo>
                <a:lnTo>
                  <a:pt x="152451" y="201730"/>
                </a:lnTo>
                <a:cubicBezTo>
                  <a:pt x="146041" y="208140"/>
                  <a:pt x="146041" y="218549"/>
                  <a:pt x="152451" y="224959"/>
                </a:cubicBezTo>
                <a:cubicBezTo>
                  <a:pt x="158861" y="231369"/>
                  <a:pt x="169271" y="231369"/>
                  <a:pt x="175680" y="224959"/>
                </a:cubicBezTo>
                <a:lnTo>
                  <a:pt x="257726" y="142913"/>
                </a:ln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10109234" y="7482573"/>
            <a:ext cx="700124" cy="700124"/>
          </a:xfrm>
          <a:custGeom>
            <a:avLst/>
            <a:gdLst/>
            <a:ahLst/>
            <a:cxnLst/>
            <a:rect l="l" t="t" r="r" b="b"/>
            <a:pathLst>
              <a:path w="700124" h="700124">
                <a:moveTo>
                  <a:pt x="350062" y="0"/>
                </a:moveTo>
                <a:lnTo>
                  <a:pt x="350062" y="0"/>
                </a:lnTo>
                <a:cubicBezTo>
                  <a:pt x="543266" y="0"/>
                  <a:pt x="700124" y="156857"/>
                  <a:pt x="700124" y="350062"/>
                </a:cubicBezTo>
                <a:lnTo>
                  <a:pt x="700124" y="350062"/>
                </a:lnTo>
                <a:cubicBezTo>
                  <a:pt x="700124" y="543266"/>
                  <a:pt x="543266" y="700124"/>
                  <a:pt x="350062" y="700124"/>
                </a:cubicBezTo>
                <a:lnTo>
                  <a:pt x="350062" y="700124"/>
                </a:lnTo>
                <a:cubicBezTo>
                  <a:pt x="156857" y="700124"/>
                  <a:pt x="0" y="543266"/>
                  <a:pt x="0" y="350062"/>
                </a:cubicBezTo>
                <a:lnTo>
                  <a:pt x="0" y="350062"/>
                </a:lnTo>
                <a:cubicBezTo>
                  <a:pt x="0" y="156857"/>
                  <a:pt x="156857" y="0"/>
                  <a:pt x="350062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10328023" y="7701362"/>
            <a:ext cx="262546" cy="262546"/>
          </a:xfrm>
          <a:custGeom>
            <a:avLst/>
            <a:gdLst/>
            <a:ahLst/>
            <a:cxnLst/>
            <a:rect l="l" t="t" r="r" b="b"/>
            <a:pathLst>
              <a:path w="262546" h="262546">
                <a:moveTo>
                  <a:pt x="145631" y="-667"/>
                </a:moveTo>
                <a:cubicBezTo>
                  <a:pt x="136760" y="-5794"/>
                  <a:pt x="125786" y="-5794"/>
                  <a:pt x="116915" y="-667"/>
                </a:cubicBezTo>
                <a:lnTo>
                  <a:pt x="73739" y="24255"/>
                </a:lnTo>
                <a:cubicBezTo>
                  <a:pt x="64867" y="29383"/>
                  <a:pt x="59381" y="38869"/>
                  <a:pt x="59381" y="49125"/>
                </a:cubicBezTo>
                <a:lnTo>
                  <a:pt x="59381" y="101378"/>
                </a:lnTo>
                <a:lnTo>
                  <a:pt x="14102" y="127530"/>
                </a:lnTo>
                <a:cubicBezTo>
                  <a:pt x="5230" y="132658"/>
                  <a:pt x="-256" y="142144"/>
                  <a:pt x="-256" y="152400"/>
                </a:cubicBezTo>
                <a:lnTo>
                  <a:pt x="-256" y="202294"/>
                </a:lnTo>
                <a:cubicBezTo>
                  <a:pt x="-256" y="212550"/>
                  <a:pt x="5230" y="222036"/>
                  <a:pt x="14102" y="227164"/>
                </a:cubicBezTo>
                <a:lnTo>
                  <a:pt x="57329" y="252086"/>
                </a:lnTo>
                <a:cubicBezTo>
                  <a:pt x="66201" y="257213"/>
                  <a:pt x="77174" y="257213"/>
                  <a:pt x="86045" y="252086"/>
                </a:cubicBezTo>
                <a:lnTo>
                  <a:pt x="131324" y="225934"/>
                </a:lnTo>
                <a:lnTo>
                  <a:pt x="176603" y="252086"/>
                </a:lnTo>
                <a:cubicBezTo>
                  <a:pt x="185475" y="257213"/>
                  <a:pt x="196448" y="257213"/>
                  <a:pt x="205320" y="252086"/>
                </a:cubicBezTo>
                <a:lnTo>
                  <a:pt x="248445" y="227164"/>
                </a:lnTo>
                <a:cubicBezTo>
                  <a:pt x="257316" y="222036"/>
                  <a:pt x="262803" y="212550"/>
                  <a:pt x="262803" y="202294"/>
                </a:cubicBezTo>
                <a:lnTo>
                  <a:pt x="262803" y="152400"/>
                </a:lnTo>
                <a:cubicBezTo>
                  <a:pt x="262803" y="142144"/>
                  <a:pt x="257316" y="132658"/>
                  <a:pt x="248445" y="127530"/>
                </a:cubicBezTo>
                <a:lnTo>
                  <a:pt x="203166" y="101378"/>
                </a:lnTo>
                <a:lnTo>
                  <a:pt x="203166" y="49125"/>
                </a:lnTo>
                <a:cubicBezTo>
                  <a:pt x="203166" y="38869"/>
                  <a:pt x="197679" y="29383"/>
                  <a:pt x="188808" y="24255"/>
                </a:cubicBezTo>
                <a:lnTo>
                  <a:pt x="145631" y="-667"/>
                </a:lnTo>
                <a:close/>
                <a:moveTo>
                  <a:pt x="118966" y="150041"/>
                </a:moveTo>
                <a:lnTo>
                  <a:pt x="118966" y="204653"/>
                </a:lnTo>
                <a:lnTo>
                  <a:pt x="73687" y="230805"/>
                </a:lnTo>
                <a:cubicBezTo>
                  <a:pt x="73072" y="231164"/>
                  <a:pt x="72354" y="231369"/>
                  <a:pt x="71636" y="231369"/>
                </a:cubicBezTo>
                <a:lnTo>
                  <a:pt x="71636" y="177373"/>
                </a:lnTo>
                <a:lnTo>
                  <a:pt x="118966" y="150041"/>
                </a:lnTo>
                <a:close/>
                <a:moveTo>
                  <a:pt x="237625" y="150349"/>
                </a:moveTo>
                <a:cubicBezTo>
                  <a:pt x="237984" y="150964"/>
                  <a:pt x="238189" y="151682"/>
                  <a:pt x="238189" y="152400"/>
                </a:cubicBezTo>
                <a:lnTo>
                  <a:pt x="238189" y="202294"/>
                </a:lnTo>
                <a:cubicBezTo>
                  <a:pt x="238189" y="203781"/>
                  <a:pt x="237420" y="205114"/>
                  <a:pt x="236138" y="205832"/>
                </a:cubicBezTo>
                <a:lnTo>
                  <a:pt x="192910" y="230754"/>
                </a:lnTo>
                <a:cubicBezTo>
                  <a:pt x="192295" y="231113"/>
                  <a:pt x="191577" y="231318"/>
                  <a:pt x="190859" y="231318"/>
                </a:cubicBezTo>
                <a:lnTo>
                  <a:pt x="190859" y="177321"/>
                </a:lnTo>
                <a:lnTo>
                  <a:pt x="237625" y="150349"/>
                </a:lnTo>
                <a:close/>
                <a:moveTo>
                  <a:pt x="178603" y="49125"/>
                </a:moveTo>
                <a:lnTo>
                  <a:pt x="178603" y="101378"/>
                </a:lnTo>
                <a:lnTo>
                  <a:pt x="131273" y="128709"/>
                </a:lnTo>
                <a:lnTo>
                  <a:pt x="131273" y="74098"/>
                </a:lnTo>
                <a:lnTo>
                  <a:pt x="178039" y="47125"/>
                </a:lnTo>
                <a:cubicBezTo>
                  <a:pt x="178398" y="47740"/>
                  <a:pt x="178603" y="48458"/>
                  <a:pt x="178603" y="49176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0058639" y="8270213"/>
            <a:ext cx="798579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7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Pod 管理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 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Driver Pod 核心职责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20700" y="2044700"/>
            <a:ext cx="4851400" cy="3048000"/>
          </a:xfrm>
          <a:custGeom>
            <a:avLst/>
            <a:gdLst/>
            <a:ahLst/>
            <a:cxnLst/>
            <a:rect l="l" t="t" r="r" b="b"/>
            <a:pathLst>
              <a:path w="4851400" h="3048000">
                <a:moveTo>
                  <a:pt x="101590" y="0"/>
                </a:moveTo>
                <a:lnTo>
                  <a:pt x="4749810" y="0"/>
                </a:lnTo>
                <a:cubicBezTo>
                  <a:pt x="4805917" y="0"/>
                  <a:pt x="4851400" y="45483"/>
                  <a:pt x="4851400" y="101590"/>
                </a:cubicBezTo>
                <a:lnTo>
                  <a:pt x="4851400" y="2946410"/>
                </a:lnTo>
                <a:cubicBezTo>
                  <a:pt x="4851400" y="3002517"/>
                  <a:pt x="4805917" y="3048000"/>
                  <a:pt x="4749810" y="3048000"/>
                </a:cubicBezTo>
                <a:lnTo>
                  <a:pt x="101590" y="3048000"/>
                </a:lnTo>
                <a:cubicBezTo>
                  <a:pt x="45483" y="3048000"/>
                  <a:pt x="0" y="3002517"/>
                  <a:pt x="0" y="2946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38200" y="23622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022350" y="2565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14789" y="714"/>
                </a:moveTo>
                <a:cubicBezTo>
                  <a:pt x="204668" y="-2203"/>
                  <a:pt x="194131" y="3691"/>
                  <a:pt x="191214" y="13811"/>
                </a:cubicBezTo>
                <a:lnTo>
                  <a:pt x="115014" y="280511"/>
                </a:lnTo>
                <a:cubicBezTo>
                  <a:pt x="112097" y="290632"/>
                  <a:pt x="117991" y="301169"/>
                  <a:pt x="128111" y="304086"/>
                </a:cubicBezTo>
                <a:cubicBezTo>
                  <a:pt x="138232" y="307003"/>
                  <a:pt x="148769" y="301109"/>
                  <a:pt x="151686" y="290989"/>
                </a:cubicBezTo>
                <a:lnTo>
                  <a:pt x="227886" y="24289"/>
                </a:lnTo>
                <a:cubicBezTo>
                  <a:pt x="230803" y="14168"/>
                  <a:pt x="224909" y="3631"/>
                  <a:pt x="214789" y="714"/>
                </a:cubicBezTo>
                <a:close/>
                <a:moveTo>
                  <a:pt x="253246" y="81736"/>
                </a:moveTo>
                <a:cubicBezTo>
                  <a:pt x="245805" y="89178"/>
                  <a:pt x="245805" y="101263"/>
                  <a:pt x="253246" y="108704"/>
                </a:cubicBezTo>
                <a:lnTo>
                  <a:pt x="296942" y="152400"/>
                </a:lnTo>
                <a:lnTo>
                  <a:pt x="253246" y="196096"/>
                </a:lnTo>
                <a:cubicBezTo>
                  <a:pt x="245805" y="203537"/>
                  <a:pt x="245805" y="215622"/>
                  <a:pt x="253246" y="223064"/>
                </a:cubicBezTo>
                <a:cubicBezTo>
                  <a:pt x="260687" y="230505"/>
                  <a:pt x="272772" y="230505"/>
                  <a:pt x="280214" y="223064"/>
                </a:cubicBezTo>
                <a:lnTo>
                  <a:pt x="337364" y="165914"/>
                </a:lnTo>
                <a:cubicBezTo>
                  <a:pt x="344805" y="158472"/>
                  <a:pt x="344805" y="146387"/>
                  <a:pt x="337364" y="138946"/>
                </a:cubicBezTo>
                <a:lnTo>
                  <a:pt x="280214" y="81796"/>
                </a:lnTo>
                <a:cubicBezTo>
                  <a:pt x="272772" y="74355"/>
                  <a:pt x="260687" y="74355"/>
                  <a:pt x="253246" y="81796"/>
                </a:cubicBezTo>
                <a:close/>
                <a:moveTo>
                  <a:pt x="89714" y="81736"/>
                </a:moveTo>
                <a:cubicBezTo>
                  <a:pt x="82272" y="74295"/>
                  <a:pt x="70187" y="74295"/>
                  <a:pt x="62746" y="81736"/>
                </a:cubicBezTo>
                <a:lnTo>
                  <a:pt x="5596" y="138886"/>
                </a:lnTo>
                <a:cubicBezTo>
                  <a:pt x="-1845" y="146328"/>
                  <a:pt x="-1845" y="158413"/>
                  <a:pt x="5596" y="165854"/>
                </a:cubicBezTo>
                <a:lnTo>
                  <a:pt x="62746" y="223004"/>
                </a:lnTo>
                <a:cubicBezTo>
                  <a:pt x="70187" y="230445"/>
                  <a:pt x="82272" y="230445"/>
                  <a:pt x="89714" y="223004"/>
                </a:cubicBezTo>
                <a:cubicBezTo>
                  <a:pt x="97155" y="215563"/>
                  <a:pt x="97155" y="203478"/>
                  <a:pt x="89714" y="196036"/>
                </a:cubicBezTo>
                <a:lnTo>
                  <a:pt x="46018" y="152400"/>
                </a:lnTo>
                <a:lnTo>
                  <a:pt x="89654" y="108704"/>
                </a:lnTo>
                <a:cubicBezTo>
                  <a:pt x="97095" y="101263"/>
                  <a:pt x="97095" y="89178"/>
                  <a:pt x="89654" y="81736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38200" y="3276600"/>
            <a:ext cx="434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应用程序解析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8200" y="3784600"/>
            <a:ext cx="4318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加载用户应用程序代码，</a:t>
            </a:r>
            <a:r>
              <a:rPr lang="en-US" sz="16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解析依赖关系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，构建作业执行计划，将用户编写的 Spark 应用程序转换为可执行的计算任务。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02300" y="2044700"/>
            <a:ext cx="4851400" cy="3048000"/>
          </a:xfrm>
          <a:custGeom>
            <a:avLst/>
            <a:gdLst/>
            <a:ahLst/>
            <a:cxnLst/>
            <a:rect l="l" t="t" r="r" b="b"/>
            <a:pathLst>
              <a:path w="4851400" h="3048000">
                <a:moveTo>
                  <a:pt x="101590" y="0"/>
                </a:moveTo>
                <a:lnTo>
                  <a:pt x="4749810" y="0"/>
                </a:lnTo>
                <a:cubicBezTo>
                  <a:pt x="4805917" y="0"/>
                  <a:pt x="4851400" y="45483"/>
                  <a:pt x="4851400" y="101590"/>
                </a:cubicBezTo>
                <a:lnTo>
                  <a:pt x="4851400" y="2946410"/>
                </a:lnTo>
                <a:cubicBezTo>
                  <a:pt x="4851400" y="3002517"/>
                  <a:pt x="4805917" y="3048000"/>
                  <a:pt x="4749810" y="3048000"/>
                </a:cubicBezTo>
                <a:lnTo>
                  <a:pt x="101590" y="3048000"/>
                </a:lnTo>
                <a:cubicBezTo>
                  <a:pt x="45483" y="3048000"/>
                  <a:pt x="0" y="3002517"/>
                  <a:pt x="0" y="2946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6019800" y="23622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223000" y="2565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9653" y="21610"/>
                </a:moveTo>
                <a:cubicBezTo>
                  <a:pt x="86142" y="26134"/>
                  <a:pt x="87690" y="35064"/>
                  <a:pt x="83165" y="41493"/>
                </a:cubicBezTo>
                <a:lnTo>
                  <a:pt x="49828" y="89118"/>
                </a:lnTo>
                <a:cubicBezTo>
                  <a:pt x="47387" y="92571"/>
                  <a:pt x="43577" y="94774"/>
                  <a:pt x="39350" y="95131"/>
                </a:cubicBezTo>
                <a:cubicBezTo>
                  <a:pt x="35123" y="95488"/>
                  <a:pt x="30956" y="94059"/>
                  <a:pt x="27980" y="91083"/>
                </a:cubicBezTo>
                <a:lnTo>
                  <a:pt x="4167" y="67270"/>
                </a:lnTo>
                <a:cubicBezTo>
                  <a:pt x="-1369" y="61674"/>
                  <a:pt x="-1369" y="52626"/>
                  <a:pt x="4167" y="47030"/>
                </a:cubicBezTo>
                <a:cubicBezTo>
                  <a:pt x="9704" y="41434"/>
                  <a:pt x="18812" y="41493"/>
                  <a:pt x="24408" y="47030"/>
                </a:cubicBezTo>
                <a:lnTo>
                  <a:pt x="36195" y="58817"/>
                </a:lnTo>
                <a:lnTo>
                  <a:pt x="59769" y="25122"/>
                </a:lnTo>
                <a:cubicBezTo>
                  <a:pt x="64294" y="18633"/>
                  <a:pt x="73223" y="17085"/>
                  <a:pt x="79653" y="21610"/>
                </a:cubicBezTo>
                <a:close/>
                <a:moveTo>
                  <a:pt x="79653" y="116860"/>
                </a:moveTo>
                <a:cubicBezTo>
                  <a:pt x="86142" y="121384"/>
                  <a:pt x="87690" y="130314"/>
                  <a:pt x="83165" y="136743"/>
                </a:cubicBezTo>
                <a:lnTo>
                  <a:pt x="49828" y="184368"/>
                </a:lnTo>
                <a:cubicBezTo>
                  <a:pt x="47387" y="187821"/>
                  <a:pt x="43577" y="190024"/>
                  <a:pt x="39350" y="190381"/>
                </a:cubicBezTo>
                <a:cubicBezTo>
                  <a:pt x="35123" y="190738"/>
                  <a:pt x="30956" y="189309"/>
                  <a:pt x="27980" y="186333"/>
                </a:cubicBezTo>
                <a:lnTo>
                  <a:pt x="4167" y="162520"/>
                </a:lnTo>
                <a:cubicBezTo>
                  <a:pt x="-1429" y="156924"/>
                  <a:pt x="-1429" y="147876"/>
                  <a:pt x="4167" y="142339"/>
                </a:cubicBezTo>
                <a:cubicBezTo>
                  <a:pt x="9763" y="136803"/>
                  <a:pt x="18812" y="136743"/>
                  <a:pt x="24348" y="142339"/>
                </a:cubicBezTo>
                <a:lnTo>
                  <a:pt x="36135" y="154126"/>
                </a:lnTo>
                <a:lnTo>
                  <a:pt x="59710" y="120432"/>
                </a:lnTo>
                <a:cubicBezTo>
                  <a:pt x="64234" y="113943"/>
                  <a:pt x="73164" y="112395"/>
                  <a:pt x="79593" y="116919"/>
                </a:cubicBezTo>
                <a:close/>
                <a:moveTo>
                  <a:pt x="133350" y="57150"/>
                </a:moveTo>
                <a:cubicBezTo>
                  <a:pt x="133350" y="46613"/>
                  <a:pt x="141863" y="38100"/>
                  <a:pt x="152400" y="38100"/>
                </a:cubicBezTo>
                <a:lnTo>
                  <a:pt x="285750" y="38100"/>
                </a:lnTo>
                <a:cubicBezTo>
                  <a:pt x="296287" y="38100"/>
                  <a:pt x="304800" y="46613"/>
                  <a:pt x="304800" y="57150"/>
                </a:cubicBezTo>
                <a:cubicBezTo>
                  <a:pt x="304800" y="67687"/>
                  <a:pt x="296287" y="76200"/>
                  <a:pt x="285750" y="76200"/>
                </a:cubicBezTo>
                <a:lnTo>
                  <a:pt x="152400" y="76200"/>
                </a:lnTo>
                <a:cubicBezTo>
                  <a:pt x="141863" y="76200"/>
                  <a:pt x="133350" y="67687"/>
                  <a:pt x="133350" y="57150"/>
                </a:cubicBezTo>
                <a:close/>
                <a:moveTo>
                  <a:pt x="133350" y="152400"/>
                </a:moveTo>
                <a:cubicBezTo>
                  <a:pt x="133350" y="141863"/>
                  <a:pt x="141863" y="133350"/>
                  <a:pt x="152400" y="133350"/>
                </a:cubicBezTo>
                <a:lnTo>
                  <a:pt x="285750" y="133350"/>
                </a:lnTo>
                <a:cubicBezTo>
                  <a:pt x="296287" y="133350"/>
                  <a:pt x="304800" y="141863"/>
                  <a:pt x="304800" y="152400"/>
                </a:cubicBezTo>
                <a:cubicBezTo>
                  <a:pt x="304800" y="162937"/>
                  <a:pt x="296287" y="171450"/>
                  <a:pt x="285750" y="171450"/>
                </a:cubicBezTo>
                <a:lnTo>
                  <a:pt x="152400" y="171450"/>
                </a:lnTo>
                <a:cubicBezTo>
                  <a:pt x="141863" y="171450"/>
                  <a:pt x="133350" y="162937"/>
                  <a:pt x="133350" y="152400"/>
                </a:cubicBezTo>
                <a:close/>
                <a:moveTo>
                  <a:pt x="95250" y="247650"/>
                </a:moveTo>
                <a:cubicBezTo>
                  <a:pt x="95250" y="237113"/>
                  <a:pt x="103763" y="228600"/>
                  <a:pt x="114300" y="228600"/>
                </a:cubicBezTo>
                <a:lnTo>
                  <a:pt x="285750" y="228600"/>
                </a:lnTo>
                <a:cubicBezTo>
                  <a:pt x="296287" y="228600"/>
                  <a:pt x="304800" y="237113"/>
                  <a:pt x="304800" y="247650"/>
                </a:cubicBezTo>
                <a:cubicBezTo>
                  <a:pt x="304800" y="258187"/>
                  <a:pt x="296287" y="266700"/>
                  <a:pt x="285750" y="266700"/>
                </a:cubicBezTo>
                <a:lnTo>
                  <a:pt x="114300" y="266700"/>
                </a:lnTo>
                <a:cubicBezTo>
                  <a:pt x="103763" y="266700"/>
                  <a:pt x="95250" y="258187"/>
                  <a:pt x="95250" y="247650"/>
                </a:cubicBezTo>
                <a:close/>
                <a:moveTo>
                  <a:pt x="38100" y="223838"/>
                </a:moveTo>
                <a:cubicBezTo>
                  <a:pt x="51242" y="223838"/>
                  <a:pt x="61912" y="234508"/>
                  <a:pt x="61912" y="247650"/>
                </a:cubicBezTo>
                <a:cubicBezTo>
                  <a:pt x="61912" y="260792"/>
                  <a:pt x="51242" y="271463"/>
                  <a:pt x="38100" y="271463"/>
                </a:cubicBezTo>
                <a:cubicBezTo>
                  <a:pt x="24958" y="271463"/>
                  <a:pt x="14288" y="260792"/>
                  <a:pt x="14288" y="247650"/>
                </a:cubicBezTo>
                <a:cubicBezTo>
                  <a:pt x="14288" y="234508"/>
                  <a:pt x="24958" y="223838"/>
                  <a:pt x="38100" y="223838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019800" y="3276600"/>
            <a:ext cx="434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任务调度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19800" y="3784600"/>
            <a:ext cx="4318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将作业拆分为多个并行任务，</a:t>
            </a:r>
            <a:r>
              <a:rPr lang="en-US" sz="16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优化调度策略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，基于数据本地性、资源可用性等因素，智能地将任务分配给最合适的 Executor 执行。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883900" y="2044700"/>
            <a:ext cx="4851400" cy="3048000"/>
          </a:xfrm>
          <a:custGeom>
            <a:avLst/>
            <a:gdLst/>
            <a:ahLst/>
            <a:cxnLst/>
            <a:rect l="l" t="t" r="r" b="b"/>
            <a:pathLst>
              <a:path w="4851400" h="3048000">
                <a:moveTo>
                  <a:pt x="101590" y="0"/>
                </a:moveTo>
                <a:lnTo>
                  <a:pt x="4749810" y="0"/>
                </a:lnTo>
                <a:cubicBezTo>
                  <a:pt x="4805917" y="0"/>
                  <a:pt x="4851400" y="45483"/>
                  <a:pt x="4851400" y="101590"/>
                </a:cubicBezTo>
                <a:lnTo>
                  <a:pt x="4851400" y="2946410"/>
                </a:lnTo>
                <a:cubicBezTo>
                  <a:pt x="4851400" y="3002517"/>
                  <a:pt x="4805917" y="3048000"/>
                  <a:pt x="4749810" y="3048000"/>
                </a:cubicBezTo>
                <a:lnTo>
                  <a:pt x="101590" y="3048000"/>
                </a:lnTo>
                <a:cubicBezTo>
                  <a:pt x="45483" y="3048000"/>
                  <a:pt x="0" y="3002517"/>
                  <a:pt x="0" y="2946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1201400" y="23622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1423650" y="25654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00013" y="19050"/>
                </a:moveTo>
                <a:lnTo>
                  <a:pt x="14288" y="19050"/>
                </a:lnTo>
                <a:cubicBezTo>
                  <a:pt x="6370" y="19050"/>
                  <a:pt x="0" y="25420"/>
                  <a:pt x="0" y="33338"/>
                </a:cubicBezTo>
                <a:lnTo>
                  <a:pt x="0" y="119062"/>
                </a:lnTo>
                <a:cubicBezTo>
                  <a:pt x="0" y="124837"/>
                  <a:pt x="3453" y="130076"/>
                  <a:pt x="8811" y="132278"/>
                </a:cubicBezTo>
                <a:cubicBezTo>
                  <a:pt x="14168" y="134481"/>
                  <a:pt x="20300" y="133231"/>
                  <a:pt x="24408" y="129183"/>
                </a:cubicBezTo>
                <a:lnTo>
                  <a:pt x="48220" y="105370"/>
                </a:lnTo>
                <a:lnTo>
                  <a:pt x="95250" y="152400"/>
                </a:lnTo>
                <a:lnTo>
                  <a:pt x="48220" y="199430"/>
                </a:lnTo>
                <a:lnTo>
                  <a:pt x="24408" y="175617"/>
                </a:lnTo>
                <a:cubicBezTo>
                  <a:pt x="20300" y="171510"/>
                  <a:pt x="14168" y="170319"/>
                  <a:pt x="8811" y="172522"/>
                </a:cubicBezTo>
                <a:cubicBezTo>
                  <a:pt x="3453" y="174724"/>
                  <a:pt x="0" y="179963"/>
                  <a:pt x="0" y="185738"/>
                </a:cubicBezTo>
                <a:lnTo>
                  <a:pt x="0" y="271463"/>
                </a:lnTo>
                <a:cubicBezTo>
                  <a:pt x="0" y="279380"/>
                  <a:pt x="6370" y="285750"/>
                  <a:pt x="14288" y="285750"/>
                </a:cubicBezTo>
                <a:lnTo>
                  <a:pt x="100013" y="285750"/>
                </a:lnTo>
                <a:cubicBezTo>
                  <a:pt x="105787" y="285750"/>
                  <a:pt x="111026" y="282297"/>
                  <a:pt x="113228" y="276939"/>
                </a:cubicBezTo>
                <a:cubicBezTo>
                  <a:pt x="115431" y="271582"/>
                  <a:pt x="114240" y="265450"/>
                  <a:pt x="110133" y="261342"/>
                </a:cubicBezTo>
                <a:lnTo>
                  <a:pt x="86320" y="237530"/>
                </a:lnTo>
                <a:lnTo>
                  <a:pt x="133350" y="190500"/>
                </a:lnTo>
                <a:lnTo>
                  <a:pt x="180380" y="237530"/>
                </a:lnTo>
                <a:lnTo>
                  <a:pt x="156567" y="261342"/>
                </a:lnTo>
                <a:cubicBezTo>
                  <a:pt x="152460" y="265450"/>
                  <a:pt x="151269" y="271582"/>
                  <a:pt x="153472" y="276939"/>
                </a:cubicBezTo>
                <a:cubicBezTo>
                  <a:pt x="155674" y="282297"/>
                  <a:pt x="160913" y="285750"/>
                  <a:pt x="166688" y="285750"/>
                </a:cubicBezTo>
                <a:lnTo>
                  <a:pt x="252413" y="285750"/>
                </a:lnTo>
                <a:cubicBezTo>
                  <a:pt x="260330" y="285750"/>
                  <a:pt x="266700" y="279380"/>
                  <a:pt x="266700" y="271463"/>
                </a:cubicBezTo>
                <a:lnTo>
                  <a:pt x="266700" y="185738"/>
                </a:lnTo>
                <a:cubicBezTo>
                  <a:pt x="266700" y="179963"/>
                  <a:pt x="263247" y="174724"/>
                  <a:pt x="257889" y="172522"/>
                </a:cubicBezTo>
                <a:cubicBezTo>
                  <a:pt x="252532" y="170319"/>
                  <a:pt x="246400" y="171510"/>
                  <a:pt x="242292" y="175617"/>
                </a:cubicBezTo>
                <a:lnTo>
                  <a:pt x="218480" y="199430"/>
                </a:lnTo>
                <a:lnTo>
                  <a:pt x="171450" y="152400"/>
                </a:lnTo>
                <a:lnTo>
                  <a:pt x="218480" y="105370"/>
                </a:lnTo>
                <a:lnTo>
                  <a:pt x="242292" y="129183"/>
                </a:lnTo>
                <a:cubicBezTo>
                  <a:pt x="246400" y="133290"/>
                  <a:pt x="252532" y="134481"/>
                  <a:pt x="257889" y="132278"/>
                </a:cubicBezTo>
                <a:cubicBezTo>
                  <a:pt x="263247" y="130076"/>
                  <a:pt x="266700" y="124837"/>
                  <a:pt x="266700" y="119062"/>
                </a:cubicBezTo>
                <a:lnTo>
                  <a:pt x="266700" y="33338"/>
                </a:lnTo>
                <a:cubicBezTo>
                  <a:pt x="266700" y="25420"/>
                  <a:pt x="260330" y="19050"/>
                  <a:pt x="252413" y="19050"/>
                </a:cubicBezTo>
                <a:lnTo>
                  <a:pt x="166688" y="19050"/>
                </a:lnTo>
                <a:cubicBezTo>
                  <a:pt x="160913" y="19050"/>
                  <a:pt x="155674" y="22503"/>
                  <a:pt x="153472" y="27861"/>
                </a:cubicBezTo>
                <a:cubicBezTo>
                  <a:pt x="151269" y="33218"/>
                  <a:pt x="152519" y="39350"/>
                  <a:pt x="156567" y="43458"/>
                </a:cubicBezTo>
                <a:lnTo>
                  <a:pt x="180380" y="67270"/>
                </a:lnTo>
                <a:lnTo>
                  <a:pt x="133350" y="114300"/>
                </a:lnTo>
                <a:lnTo>
                  <a:pt x="86320" y="67270"/>
                </a:lnTo>
                <a:lnTo>
                  <a:pt x="110133" y="43458"/>
                </a:lnTo>
                <a:cubicBezTo>
                  <a:pt x="114240" y="39350"/>
                  <a:pt x="115431" y="33218"/>
                  <a:pt x="113228" y="27861"/>
                </a:cubicBezTo>
                <a:cubicBezTo>
                  <a:pt x="111026" y="22503"/>
                  <a:pt x="105787" y="19050"/>
                  <a:pt x="100013" y="1905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1201400" y="3276600"/>
            <a:ext cx="434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资源管理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201400" y="3784600"/>
            <a:ext cx="4318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动态请求和释放 Executor 资源，</a:t>
            </a:r>
            <a:r>
              <a:rPr lang="en-US" sz="16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实现弹性伸缩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，根据任务负载自动调整 Executor 数量，优化资源利用率和作业执行效率。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0700" y="5422900"/>
            <a:ext cx="4851400" cy="3048000"/>
          </a:xfrm>
          <a:custGeom>
            <a:avLst/>
            <a:gdLst/>
            <a:ahLst/>
            <a:cxnLst/>
            <a:rect l="l" t="t" r="r" b="b"/>
            <a:pathLst>
              <a:path w="4851400" h="3048000">
                <a:moveTo>
                  <a:pt x="101590" y="0"/>
                </a:moveTo>
                <a:lnTo>
                  <a:pt x="4749810" y="0"/>
                </a:lnTo>
                <a:cubicBezTo>
                  <a:pt x="4805917" y="0"/>
                  <a:pt x="4851400" y="45483"/>
                  <a:pt x="4851400" y="101590"/>
                </a:cubicBezTo>
                <a:lnTo>
                  <a:pt x="4851400" y="2946410"/>
                </a:lnTo>
                <a:cubicBezTo>
                  <a:pt x="4851400" y="3002517"/>
                  <a:pt x="4805917" y="3048000"/>
                  <a:pt x="4749810" y="3048000"/>
                </a:cubicBezTo>
                <a:lnTo>
                  <a:pt x="101590" y="3048000"/>
                </a:lnTo>
                <a:cubicBezTo>
                  <a:pt x="45483" y="3048000"/>
                  <a:pt x="0" y="3002517"/>
                  <a:pt x="0" y="2946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38200" y="57404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1041400" y="5943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64234"/>
                </a:moveTo>
                <a:lnTo>
                  <a:pt x="143470" y="51852"/>
                </a:lnTo>
                <a:cubicBezTo>
                  <a:pt x="128588" y="31254"/>
                  <a:pt x="104715" y="19050"/>
                  <a:pt x="79236" y="19050"/>
                </a:cubicBezTo>
                <a:cubicBezTo>
                  <a:pt x="35481" y="19050"/>
                  <a:pt x="0" y="54531"/>
                  <a:pt x="0" y="98286"/>
                </a:cubicBezTo>
                <a:lnTo>
                  <a:pt x="0" y="99834"/>
                </a:lnTo>
                <a:cubicBezTo>
                  <a:pt x="0" y="113883"/>
                  <a:pt x="3691" y="128409"/>
                  <a:pt x="9882" y="142875"/>
                </a:cubicBezTo>
                <a:lnTo>
                  <a:pt x="72985" y="142875"/>
                </a:lnTo>
                <a:cubicBezTo>
                  <a:pt x="74890" y="142875"/>
                  <a:pt x="76617" y="141744"/>
                  <a:pt x="77391" y="139958"/>
                </a:cubicBezTo>
                <a:lnTo>
                  <a:pt x="96322" y="94536"/>
                </a:lnTo>
                <a:cubicBezTo>
                  <a:pt x="98524" y="89297"/>
                  <a:pt x="103644" y="85844"/>
                  <a:pt x="109299" y="85725"/>
                </a:cubicBezTo>
                <a:cubicBezTo>
                  <a:pt x="114955" y="85606"/>
                  <a:pt x="120194" y="88940"/>
                  <a:pt x="122515" y="94119"/>
                </a:cubicBezTo>
                <a:lnTo>
                  <a:pt x="153055" y="161925"/>
                </a:lnTo>
                <a:lnTo>
                  <a:pt x="177701" y="112633"/>
                </a:lnTo>
                <a:cubicBezTo>
                  <a:pt x="180142" y="107811"/>
                  <a:pt x="185083" y="104715"/>
                  <a:pt x="190500" y="104715"/>
                </a:cubicBezTo>
                <a:cubicBezTo>
                  <a:pt x="195917" y="104715"/>
                  <a:pt x="200858" y="107752"/>
                  <a:pt x="203299" y="112633"/>
                </a:cubicBezTo>
                <a:lnTo>
                  <a:pt x="217110" y="140196"/>
                </a:lnTo>
                <a:cubicBezTo>
                  <a:pt x="217944" y="141803"/>
                  <a:pt x="219551" y="142815"/>
                  <a:pt x="221397" y="142815"/>
                </a:cubicBezTo>
                <a:lnTo>
                  <a:pt x="294977" y="142815"/>
                </a:lnTo>
                <a:cubicBezTo>
                  <a:pt x="301228" y="128349"/>
                  <a:pt x="304860" y="113824"/>
                  <a:pt x="304860" y="99774"/>
                </a:cubicBezTo>
                <a:lnTo>
                  <a:pt x="304860" y="98227"/>
                </a:lnTo>
                <a:cubicBezTo>
                  <a:pt x="304800" y="54531"/>
                  <a:pt x="269319" y="19050"/>
                  <a:pt x="225564" y="19050"/>
                </a:cubicBezTo>
                <a:cubicBezTo>
                  <a:pt x="200144" y="19050"/>
                  <a:pt x="176212" y="31254"/>
                  <a:pt x="161330" y="51852"/>
                </a:cubicBezTo>
                <a:lnTo>
                  <a:pt x="152400" y="64175"/>
                </a:lnTo>
                <a:close/>
                <a:moveTo>
                  <a:pt x="279559" y="171450"/>
                </a:moveTo>
                <a:lnTo>
                  <a:pt x="221337" y="171450"/>
                </a:lnTo>
                <a:cubicBezTo>
                  <a:pt x="208717" y="171450"/>
                  <a:pt x="197167" y="164306"/>
                  <a:pt x="191512" y="152995"/>
                </a:cubicBezTo>
                <a:lnTo>
                  <a:pt x="190500" y="150971"/>
                </a:lnTo>
                <a:lnTo>
                  <a:pt x="165199" y="201632"/>
                </a:lnTo>
                <a:cubicBezTo>
                  <a:pt x="162758" y="206573"/>
                  <a:pt x="157639" y="209669"/>
                  <a:pt x="152102" y="209550"/>
                </a:cubicBezTo>
                <a:cubicBezTo>
                  <a:pt x="146566" y="209431"/>
                  <a:pt x="141625" y="206157"/>
                  <a:pt x="139363" y="201156"/>
                </a:cubicBezTo>
                <a:lnTo>
                  <a:pt x="110014" y="135969"/>
                </a:lnTo>
                <a:lnTo>
                  <a:pt x="103763" y="150971"/>
                </a:lnTo>
                <a:cubicBezTo>
                  <a:pt x="98584" y="163413"/>
                  <a:pt x="86439" y="171510"/>
                  <a:pt x="72985" y="171510"/>
                </a:cubicBezTo>
                <a:lnTo>
                  <a:pt x="25241" y="171510"/>
                </a:lnTo>
                <a:cubicBezTo>
                  <a:pt x="53340" y="215444"/>
                  <a:pt x="98465" y="255865"/>
                  <a:pt x="126683" y="277416"/>
                </a:cubicBezTo>
                <a:cubicBezTo>
                  <a:pt x="134064" y="283012"/>
                  <a:pt x="143113" y="285810"/>
                  <a:pt x="152340" y="285810"/>
                </a:cubicBezTo>
                <a:cubicBezTo>
                  <a:pt x="161568" y="285810"/>
                  <a:pt x="170676" y="283071"/>
                  <a:pt x="177998" y="277416"/>
                </a:cubicBezTo>
                <a:cubicBezTo>
                  <a:pt x="206335" y="255806"/>
                  <a:pt x="251460" y="215384"/>
                  <a:pt x="279559" y="17145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38200" y="6654800"/>
            <a:ext cx="434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状态监控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8200" y="7162800"/>
            <a:ext cx="4318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实时收集任务执行状态，</a:t>
            </a:r>
            <a:r>
              <a:rPr lang="en-US" sz="16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处理故障恢复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，监控 Executor 健康状况，检测任务失败并触发重试机制，确保作业的稳定运行。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02300" y="5422900"/>
            <a:ext cx="10033000" cy="3048000"/>
          </a:xfrm>
          <a:custGeom>
            <a:avLst/>
            <a:gdLst/>
            <a:ahLst/>
            <a:cxnLst/>
            <a:rect l="l" t="t" r="r" b="b"/>
            <a:pathLst>
              <a:path w="10033000" h="3048000">
                <a:moveTo>
                  <a:pt x="101590" y="0"/>
                </a:moveTo>
                <a:lnTo>
                  <a:pt x="9931410" y="0"/>
                </a:lnTo>
                <a:cubicBezTo>
                  <a:pt x="9987517" y="0"/>
                  <a:pt x="10033000" y="45483"/>
                  <a:pt x="10033000" y="101590"/>
                </a:cubicBezTo>
                <a:lnTo>
                  <a:pt x="10033000" y="2946410"/>
                </a:lnTo>
                <a:cubicBezTo>
                  <a:pt x="10033000" y="3002517"/>
                  <a:pt x="9987517" y="3048000"/>
                  <a:pt x="9931410" y="3048000"/>
                </a:cubicBezTo>
                <a:lnTo>
                  <a:pt x="101590" y="3048000"/>
                </a:lnTo>
                <a:cubicBezTo>
                  <a:pt x="45483" y="3048000"/>
                  <a:pt x="0" y="3002517"/>
                  <a:pt x="0" y="2946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019800" y="57404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223000" y="5943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19050"/>
                </a:moveTo>
                <a:cubicBezTo>
                  <a:pt x="29587" y="19050"/>
                  <a:pt x="38100" y="27563"/>
                  <a:pt x="38100" y="38100"/>
                </a:cubicBezTo>
                <a:lnTo>
                  <a:pt x="38100" y="238125"/>
                </a:lnTo>
                <a:cubicBezTo>
                  <a:pt x="38100" y="243364"/>
                  <a:pt x="42386" y="247650"/>
                  <a:pt x="47625" y="247650"/>
                </a:cubicBezTo>
                <a:lnTo>
                  <a:pt x="285750" y="247650"/>
                </a:lnTo>
                <a:cubicBezTo>
                  <a:pt x="296287" y="247650"/>
                  <a:pt x="304800" y="256163"/>
                  <a:pt x="304800" y="266700"/>
                </a:cubicBezTo>
                <a:cubicBezTo>
                  <a:pt x="304800" y="277237"/>
                  <a:pt x="296287" y="285750"/>
                  <a:pt x="285750" y="285750"/>
                </a:cubicBezTo>
                <a:lnTo>
                  <a:pt x="47625" y="285750"/>
                </a:lnTo>
                <a:cubicBezTo>
                  <a:pt x="21312" y="285750"/>
                  <a:pt x="0" y="264438"/>
                  <a:pt x="0" y="238125"/>
                </a:cubicBezTo>
                <a:lnTo>
                  <a:pt x="0" y="38100"/>
                </a:lnTo>
                <a:cubicBezTo>
                  <a:pt x="0" y="27563"/>
                  <a:pt x="8513" y="19050"/>
                  <a:pt x="19050" y="19050"/>
                </a:cubicBezTo>
                <a:close/>
                <a:moveTo>
                  <a:pt x="76200" y="57150"/>
                </a:moveTo>
                <a:cubicBezTo>
                  <a:pt x="76200" y="46613"/>
                  <a:pt x="84713" y="38100"/>
                  <a:pt x="95250" y="38100"/>
                </a:cubicBezTo>
                <a:lnTo>
                  <a:pt x="209550" y="38100"/>
                </a:lnTo>
                <a:cubicBezTo>
                  <a:pt x="220087" y="38100"/>
                  <a:pt x="228600" y="46613"/>
                  <a:pt x="228600" y="57150"/>
                </a:cubicBezTo>
                <a:cubicBezTo>
                  <a:pt x="228600" y="67687"/>
                  <a:pt x="220087" y="76200"/>
                  <a:pt x="209550" y="76200"/>
                </a:cubicBezTo>
                <a:lnTo>
                  <a:pt x="95250" y="76200"/>
                </a:lnTo>
                <a:cubicBezTo>
                  <a:pt x="84713" y="76200"/>
                  <a:pt x="76200" y="67687"/>
                  <a:pt x="76200" y="57150"/>
                </a:cubicBezTo>
                <a:close/>
                <a:moveTo>
                  <a:pt x="95250" y="104775"/>
                </a:moveTo>
                <a:lnTo>
                  <a:pt x="171450" y="104775"/>
                </a:lnTo>
                <a:cubicBezTo>
                  <a:pt x="181987" y="104775"/>
                  <a:pt x="190500" y="113288"/>
                  <a:pt x="190500" y="123825"/>
                </a:cubicBezTo>
                <a:cubicBezTo>
                  <a:pt x="190500" y="134362"/>
                  <a:pt x="181987" y="142875"/>
                  <a:pt x="171450" y="142875"/>
                </a:cubicBezTo>
                <a:lnTo>
                  <a:pt x="95250" y="142875"/>
                </a:lnTo>
                <a:cubicBezTo>
                  <a:pt x="84713" y="142875"/>
                  <a:pt x="76200" y="134362"/>
                  <a:pt x="76200" y="123825"/>
                </a:cubicBezTo>
                <a:cubicBezTo>
                  <a:pt x="76200" y="113288"/>
                  <a:pt x="84713" y="104775"/>
                  <a:pt x="95250" y="104775"/>
                </a:cubicBezTo>
                <a:close/>
                <a:moveTo>
                  <a:pt x="95250" y="171450"/>
                </a:moveTo>
                <a:lnTo>
                  <a:pt x="247650" y="171450"/>
                </a:lnTo>
                <a:cubicBezTo>
                  <a:pt x="258187" y="171450"/>
                  <a:pt x="266700" y="179963"/>
                  <a:pt x="266700" y="190500"/>
                </a:cubicBezTo>
                <a:cubicBezTo>
                  <a:pt x="266700" y="201037"/>
                  <a:pt x="258187" y="209550"/>
                  <a:pt x="247650" y="209550"/>
                </a:cubicBezTo>
                <a:lnTo>
                  <a:pt x="95250" y="209550"/>
                </a:lnTo>
                <a:cubicBezTo>
                  <a:pt x="84713" y="209550"/>
                  <a:pt x="76200" y="201037"/>
                  <a:pt x="76200" y="190500"/>
                </a:cubicBezTo>
                <a:cubicBezTo>
                  <a:pt x="76200" y="179963"/>
                  <a:pt x="84713" y="171450"/>
                  <a:pt x="95250" y="17145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019800" y="6654800"/>
            <a:ext cx="952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结果聚合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19800" y="7162800"/>
            <a:ext cx="9499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汇总各个 Executor 的计算结果，</a:t>
            </a:r>
            <a:r>
              <a:rPr lang="en-US" sz="16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生成最终输出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，收集分布式计算的结果数据，进行排序、聚合、格式化等操作，将最终结果返回给用户或写入存储系统。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9648" y="439648"/>
            <a:ext cx="15464633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5" b="1" kern="0" spc="69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 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39648" y="791367"/>
            <a:ext cx="15574545" cy="439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116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Executor Pods 工作机制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39648" y="1362910"/>
            <a:ext cx="1055156" cy="43965"/>
          </a:xfrm>
          <a:custGeom>
            <a:avLst/>
            <a:gdLst/>
            <a:ahLst/>
            <a:cxnLst/>
            <a:rect l="l" t="t" r="r" b="b"/>
            <a:pathLst>
              <a:path w="1055156" h="43965">
                <a:moveTo>
                  <a:pt x="0" y="0"/>
                </a:moveTo>
                <a:lnTo>
                  <a:pt x="1055156" y="0"/>
                </a:lnTo>
                <a:lnTo>
                  <a:pt x="1055156" y="43965"/>
                </a:lnTo>
                <a:lnTo>
                  <a:pt x="0" y="43965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0640" y="1769585"/>
            <a:ext cx="7539970" cy="5099922"/>
          </a:xfrm>
          <a:custGeom>
            <a:avLst/>
            <a:gdLst/>
            <a:ahLst/>
            <a:cxnLst/>
            <a:rect l="l" t="t" r="r" b="b"/>
            <a:pathLst>
              <a:path w="7539970" h="5099922">
                <a:moveTo>
                  <a:pt x="87923" y="0"/>
                </a:moveTo>
                <a:lnTo>
                  <a:pt x="7452048" y="0"/>
                </a:lnTo>
                <a:cubicBezTo>
                  <a:pt x="7500606" y="0"/>
                  <a:pt x="7539970" y="39364"/>
                  <a:pt x="7539970" y="87923"/>
                </a:cubicBezTo>
                <a:lnTo>
                  <a:pt x="7539970" y="5011999"/>
                </a:lnTo>
                <a:cubicBezTo>
                  <a:pt x="7539970" y="5060557"/>
                  <a:pt x="7500606" y="5099922"/>
                  <a:pt x="7452048" y="5099922"/>
                </a:cubicBezTo>
                <a:lnTo>
                  <a:pt x="87923" y="5099922"/>
                </a:lnTo>
                <a:cubicBezTo>
                  <a:pt x="39364" y="5099922"/>
                  <a:pt x="0" y="5060557"/>
                  <a:pt x="0" y="5011999"/>
                </a:cubicBezTo>
                <a:lnTo>
                  <a:pt x="0" y="87923"/>
                </a:lnTo>
                <a:cubicBezTo>
                  <a:pt x="0" y="39397"/>
                  <a:pt x="39397" y="0"/>
                  <a:pt x="87923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58394" y="2088330"/>
            <a:ext cx="263789" cy="263789"/>
          </a:xfrm>
          <a:custGeom>
            <a:avLst/>
            <a:gdLst/>
            <a:ahLst/>
            <a:cxnLst/>
            <a:rect l="l" t="t" r="r" b="b"/>
            <a:pathLst>
              <a:path w="263789" h="263789">
                <a:moveTo>
                  <a:pt x="119787" y="2679"/>
                </a:moveTo>
                <a:cubicBezTo>
                  <a:pt x="127464" y="-876"/>
                  <a:pt x="136325" y="-876"/>
                  <a:pt x="144002" y="2679"/>
                </a:cubicBezTo>
                <a:lnTo>
                  <a:pt x="256628" y="54716"/>
                </a:lnTo>
                <a:cubicBezTo>
                  <a:pt x="261007" y="56725"/>
                  <a:pt x="263789" y="61104"/>
                  <a:pt x="263789" y="65947"/>
                </a:cubicBezTo>
                <a:cubicBezTo>
                  <a:pt x="263789" y="70790"/>
                  <a:pt x="261007" y="75170"/>
                  <a:pt x="256628" y="77179"/>
                </a:cubicBezTo>
                <a:lnTo>
                  <a:pt x="144002" y="129215"/>
                </a:lnTo>
                <a:cubicBezTo>
                  <a:pt x="136325" y="132770"/>
                  <a:pt x="127464" y="132770"/>
                  <a:pt x="119787" y="129215"/>
                </a:cubicBezTo>
                <a:lnTo>
                  <a:pt x="7161" y="77179"/>
                </a:lnTo>
                <a:cubicBezTo>
                  <a:pt x="2782" y="75118"/>
                  <a:pt x="0" y="70739"/>
                  <a:pt x="0" y="65947"/>
                </a:cubicBezTo>
                <a:cubicBezTo>
                  <a:pt x="0" y="61156"/>
                  <a:pt x="2782" y="56725"/>
                  <a:pt x="7161" y="54716"/>
                </a:cubicBezTo>
                <a:lnTo>
                  <a:pt x="119787" y="2679"/>
                </a:lnTo>
                <a:close/>
                <a:moveTo>
                  <a:pt x="24782" y="112523"/>
                </a:moveTo>
                <a:lnTo>
                  <a:pt x="109431" y="151627"/>
                </a:lnTo>
                <a:cubicBezTo>
                  <a:pt x="123703" y="158222"/>
                  <a:pt x="140138" y="158222"/>
                  <a:pt x="154409" y="151627"/>
                </a:cubicBezTo>
                <a:lnTo>
                  <a:pt x="239059" y="112523"/>
                </a:lnTo>
                <a:lnTo>
                  <a:pt x="256628" y="120663"/>
                </a:lnTo>
                <a:cubicBezTo>
                  <a:pt x="261007" y="122672"/>
                  <a:pt x="263789" y="127052"/>
                  <a:pt x="263789" y="131895"/>
                </a:cubicBezTo>
                <a:cubicBezTo>
                  <a:pt x="263789" y="136738"/>
                  <a:pt x="261007" y="141117"/>
                  <a:pt x="256628" y="143126"/>
                </a:cubicBezTo>
                <a:lnTo>
                  <a:pt x="144002" y="195163"/>
                </a:lnTo>
                <a:cubicBezTo>
                  <a:pt x="136325" y="198718"/>
                  <a:pt x="127464" y="198718"/>
                  <a:pt x="119787" y="195163"/>
                </a:cubicBezTo>
                <a:lnTo>
                  <a:pt x="7161" y="143126"/>
                </a:lnTo>
                <a:cubicBezTo>
                  <a:pt x="2782" y="141065"/>
                  <a:pt x="0" y="136686"/>
                  <a:pt x="0" y="131895"/>
                </a:cubicBezTo>
                <a:cubicBezTo>
                  <a:pt x="0" y="127103"/>
                  <a:pt x="2782" y="122672"/>
                  <a:pt x="7161" y="120663"/>
                </a:cubicBezTo>
                <a:lnTo>
                  <a:pt x="24730" y="112523"/>
                </a:lnTo>
                <a:close/>
                <a:moveTo>
                  <a:pt x="7161" y="186610"/>
                </a:moveTo>
                <a:lnTo>
                  <a:pt x="24730" y="178470"/>
                </a:lnTo>
                <a:lnTo>
                  <a:pt x="109380" y="217574"/>
                </a:lnTo>
                <a:cubicBezTo>
                  <a:pt x="123651" y="224169"/>
                  <a:pt x="140086" y="224169"/>
                  <a:pt x="154358" y="217574"/>
                </a:cubicBezTo>
                <a:lnTo>
                  <a:pt x="239007" y="178470"/>
                </a:lnTo>
                <a:lnTo>
                  <a:pt x="256576" y="186610"/>
                </a:lnTo>
                <a:cubicBezTo>
                  <a:pt x="260955" y="188619"/>
                  <a:pt x="263738" y="192999"/>
                  <a:pt x="263738" y="197842"/>
                </a:cubicBezTo>
                <a:cubicBezTo>
                  <a:pt x="263738" y="202685"/>
                  <a:pt x="260955" y="207064"/>
                  <a:pt x="256576" y="209073"/>
                </a:cubicBezTo>
                <a:lnTo>
                  <a:pt x="143951" y="261110"/>
                </a:lnTo>
                <a:cubicBezTo>
                  <a:pt x="136274" y="264665"/>
                  <a:pt x="127412" y="264665"/>
                  <a:pt x="119735" y="261110"/>
                </a:cubicBezTo>
                <a:lnTo>
                  <a:pt x="7161" y="209073"/>
                </a:lnTo>
                <a:cubicBezTo>
                  <a:pt x="2782" y="207013"/>
                  <a:pt x="0" y="202633"/>
                  <a:pt x="0" y="197842"/>
                </a:cubicBezTo>
                <a:cubicBezTo>
                  <a:pt x="0" y="193050"/>
                  <a:pt x="2782" y="188619"/>
                  <a:pt x="7161" y="18661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55156" y="2044365"/>
            <a:ext cx="6792568" cy="351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77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工作负载类型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25420" y="2571943"/>
            <a:ext cx="6990410" cy="1318945"/>
          </a:xfrm>
          <a:custGeom>
            <a:avLst/>
            <a:gdLst/>
            <a:ahLst/>
            <a:cxnLst/>
            <a:rect l="l" t="t" r="r" b="b"/>
            <a:pathLst>
              <a:path w="6990410" h="1318945">
                <a:moveTo>
                  <a:pt x="87934" y="0"/>
                </a:moveTo>
                <a:lnTo>
                  <a:pt x="6902476" y="0"/>
                </a:lnTo>
                <a:cubicBezTo>
                  <a:pt x="6951040" y="0"/>
                  <a:pt x="6990410" y="39369"/>
                  <a:pt x="6990410" y="87934"/>
                </a:cubicBezTo>
                <a:lnTo>
                  <a:pt x="6990410" y="1231011"/>
                </a:lnTo>
                <a:cubicBezTo>
                  <a:pt x="6990410" y="1279576"/>
                  <a:pt x="6951040" y="1318945"/>
                  <a:pt x="6902476" y="1318945"/>
                </a:cubicBezTo>
                <a:lnTo>
                  <a:pt x="87934" y="1318945"/>
                </a:lnTo>
                <a:cubicBezTo>
                  <a:pt x="39369" y="1318945"/>
                  <a:pt x="0" y="1279576"/>
                  <a:pt x="0" y="1231011"/>
                </a:cubicBezTo>
                <a:lnTo>
                  <a:pt x="0" y="87934"/>
                </a:lnTo>
                <a:cubicBezTo>
                  <a:pt x="0" y="39402"/>
                  <a:pt x="39402" y="0"/>
                  <a:pt x="87934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01279" y="2747803"/>
            <a:ext cx="6737612" cy="30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8" b="1" dirty="0">
                <a:solidFill>
                  <a:srgbClr val="4FD1C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独立 Pod 实例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01279" y="3143486"/>
            <a:ext cx="6726621" cy="571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85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Executor 在 Kubernetes 中作为</a:t>
            </a:r>
            <a:r>
              <a:rPr lang="en-US" sz="1385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独立的 Pod 运行</a:t>
            </a:r>
            <a:r>
              <a:rPr lang="en-US" sz="1385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，而不是通过 Deployment 或 StatefulSet 管理。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25420" y="4066748"/>
            <a:ext cx="6990410" cy="1318945"/>
          </a:xfrm>
          <a:custGeom>
            <a:avLst/>
            <a:gdLst/>
            <a:ahLst/>
            <a:cxnLst/>
            <a:rect l="l" t="t" r="r" b="b"/>
            <a:pathLst>
              <a:path w="6990410" h="1318945">
                <a:moveTo>
                  <a:pt x="87934" y="0"/>
                </a:moveTo>
                <a:lnTo>
                  <a:pt x="6902476" y="0"/>
                </a:lnTo>
                <a:cubicBezTo>
                  <a:pt x="6951040" y="0"/>
                  <a:pt x="6990410" y="39369"/>
                  <a:pt x="6990410" y="87934"/>
                </a:cubicBezTo>
                <a:lnTo>
                  <a:pt x="6990410" y="1231011"/>
                </a:lnTo>
                <a:cubicBezTo>
                  <a:pt x="6990410" y="1279576"/>
                  <a:pt x="6951040" y="1318945"/>
                  <a:pt x="6902476" y="1318945"/>
                </a:cubicBezTo>
                <a:lnTo>
                  <a:pt x="87934" y="1318945"/>
                </a:lnTo>
                <a:cubicBezTo>
                  <a:pt x="39369" y="1318945"/>
                  <a:pt x="0" y="1279576"/>
                  <a:pt x="0" y="1231011"/>
                </a:cubicBezTo>
                <a:lnTo>
                  <a:pt x="0" y="87934"/>
                </a:lnTo>
                <a:cubicBezTo>
                  <a:pt x="0" y="39402"/>
                  <a:pt x="39402" y="0"/>
                  <a:pt x="87934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01279" y="4242607"/>
            <a:ext cx="6737612" cy="30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8" b="1" dirty="0">
                <a:solidFill>
                  <a:srgbClr val="F6AD5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直接 Pod 创建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01279" y="4638291"/>
            <a:ext cx="6726621" cy="571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85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Driver 通过 Kubernetes API Server</a:t>
            </a:r>
            <a:r>
              <a:rPr lang="en-US" sz="1385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直接创建和删除 Executor Pod</a:t>
            </a:r>
            <a:r>
              <a:rPr lang="en-US" sz="1385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，实现细粒度的生命周期控制。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5420" y="5561552"/>
            <a:ext cx="6990410" cy="1033174"/>
          </a:xfrm>
          <a:custGeom>
            <a:avLst/>
            <a:gdLst/>
            <a:ahLst/>
            <a:cxnLst/>
            <a:rect l="l" t="t" r="r" b="b"/>
            <a:pathLst>
              <a:path w="6990410" h="1033174">
                <a:moveTo>
                  <a:pt x="87933" y="0"/>
                </a:moveTo>
                <a:lnTo>
                  <a:pt x="6902476" y="0"/>
                </a:lnTo>
                <a:cubicBezTo>
                  <a:pt x="6951041" y="0"/>
                  <a:pt x="6990410" y="39369"/>
                  <a:pt x="6990410" y="87933"/>
                </a:cubicBezTo>
                <a:lnTo>
                  <a:pt x="6990410" y="945240"/>
                </a:lnTo>
                <a:cubicBezTo>
                  <a:pt x="6990410" y="993805"/>
                  <a:pt x="6951041" y="1033174"/>
                  <a:pt x="6902476" y="1033174"/>
                </a:cubicBezTo>
                <a:lnTo>
                  <a:pt x="87933" y="1033174"/>
                </a:lnTo>
                <a:cubicBezTo>
                  <a:pt x="39369" y="1033174"/>
                  <a:pt x="0" y="993805"/>
                  <a:pt x="0" y="945240"/>
                </a:cubicBezTo>
                <a:lnTo>
                  <a:pt x="0" y="87933"/>
                </a:lnTo>
                <a:cubicBezTo>
                  <a:pt x="0" y="39402"/>
                  <a:pt x="39402" y="0"/>
                  <a:pt x="87933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901279" y="5737412"/>
            <a:ext cx="6737612" cy="30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8" b="1" dirty="0">
                <a:solidFill>
                  <a:srgbClr val="4FD1C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动态资源管理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1279" y="6133095"/>
            <a:ext cx="6726621" cy="285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85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 Executor Pod 根据任务需求</a:t>
            </a:r>
            <a:r>
              <a:rPr lang="en-US" sz="1385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动态创建和销毁</a:t>
            </a:r>
            <a:r>
              <a:rPr lang="en-US" sz="1385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，支持按需资源分配。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71487" y="1769585"/>
            <a:ext cx="7539970" cy="5099922"/>
          </a:xfrm>
          <a:custGeom>
            <a:avLst/>
            <a:gdLst/>
            <a:ahLst/>
            <a:cxnLst/>
            <a:rect l="l" t="t" r="r" b="b"/>
            <a:pathLst>
              <a:path w="7539970" h="5099922">
                <a:moveTo>
                  <a:pt x="87923" y="0"/>
                </a:moveTo>
                <a:lnTo>
                  <a:pt x="7452048" y="0"/>
                </a:lnTo>
                <a:cubicBezTo>
                  <a:pt x="7500606" y="0"/>
                  <a:pt x="7539970" y="39364"/>
                  <a:pt x="7539970" y="87923"/>
                </a:cubicBezTo>
                <a:lnTo>
                  <a:pt x="7539970" y="5011999"/>
                </a:lnTo>
                <a:cubicBezTo>
                  <a:pt x="7539970" y="5060557"/>
                  <a:pt x="7500606" y="5099922"/>
                  <a:pt x="7452048" y="5099922"/>
                </a:cubicBezTo>
                <a:lnTo>
                  <a:pt x="87923" y="5099922"/>
                </a:lnTo>
                <a:cubicBezTo>
                  <a:pt x="39364" y="5099922"/>
                  <a:pt x="0" y="5060557"/>
                  <a:pt x="0" y="5011999"/>
                </a:cubicBezTo>
                <a:lnTo>
                  <a:pt x="0" y="87923"/>
                </a:lnTo>
                <a:cubicBezTo>
                  <a:pt x="0" y="39397"/>
                  <a:pt x="39397" y="0"/>
                  <a:pt x="87923" y="0"/>
                </a:cubicBezTo>
                <a:close/>
              </a:path>
            </a:pathLst>
          </a:cu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546267" y="2088330"/>
            <a:ext cx="329736" cy="263789"/>
          </a:xfrm>
          <a:custGeom>
            <a:avLst/>
            <a:gdLst/>
            <a:ahLst/>
            <a:cxnLst/>
            <a:rect l="l" t="t" r="r" b="b"/>
            <a:pathLst>
              <a:path w="329736" h="263789">
                <a:moveTo>
                  <a:pt x="214277" y="108452"/>
                </a:moveTo>
                <a:cubicBezTo>
                  <a:pt x="220563" y="106752"/>
                  <a:pt x="227157" y="109740"/>
                  <a:pt x="229991" y="115562"/>
                </a:cubicBezTo>
                <a:lnTo>
                  <a:pt x="239574" y="134934"/>
                </a:lnTo>
                <a:cubicBezTo>
                  <a:pt x="244881" y="135656"/>
                  <a:pt x="250084" y="137098"/>
                  <a:pt x="254979" y="139108"/>
                </a:cubicBezTo>
                <a:lnTo>
                  <a:pt x="273011" y="127103"/>
                </a:lnTo>
                <a:cubicBezTo>
                  <a:pt x="278421" y="123497"/>
                  <a:pt x="285583" y="124218"/>
                  <a:pt x="290168" y="128803"/>
                </a:cubicBezTo>
                <a:lnTo>
                  <a:pt x="300060" y="138695"/>
                </a:lnTo>
                <a:cubicBezTo>
                  <a:pt x="304645" y="143281"/>
                  <a:pt x="305367" y="150494"/>
                  <a:pt x="301760" y="155852"/>
                </a:cubicBezTo>
                <a:lnTo>
                  <a:pt x="289756" y="173833"/>
                </a:lnTo>
                <a:cubicBezTo>
                  <a:pt x="290735" y="176254"/>
                  <a:pt x="291611" y="178779"/>
                  <a:pt x="292332" y="181406"/>
                </a:cubicBezTo>
                <a:cubicBezTo>
                  <a:pt x="293053" y="184034"/>
                  <a:pt x="293517" y="186610"/>
                  <a:pt x="293877" y="189238"/>
                </a:cubicBezTo>
                <a:lnTo>
                  <a:pt x="313301" y="198821"/>
                </a:lnTo>
                <a:cubicBezTo>
                  <a:pt x="319123" y="201706"/>
                  <a:pt x="322111" y="208301"/>
                  <a:pt x="320411" y="214535"/>
                </a:cubicBezTo>
                <a:lnTo>
                  <a:pt x="316804" y="228033"/>
                </a:lnTo>
                <a:cubicBezTo>
                  <a:pt x="315104" y="234267"/>
                  <a:pt x="309282" y="238492"/>
                  <a:pt x="302791" y="238080"/>
                </a:cubicBezTo>
                <a:lnTo>
                  <a:pt x="281152" y="236689"/>
                </a:lnTo>
                <a:cubicBezTo>
                  <a:pt x="277906" y="240862"/>
                  <a:pt x="274145" y="244726"/>
                  <a:pt x="269869" y="248024"/>
                </a:cubicBezTo>
                <a:lnTo>
                  <a:pt x="271260" y="269611"/>
                </a:lnTo>
                <a:cubicBezTo>
                  <a:pt x="271672" y="276103"/>
                  <a:pt x="267447" y="281976"/>
                  <a:pt x="261213" y="283625"/>
                </a:cubicBezTo>
                <a:lnTo>
                  <a:pt x="247714" y="287231"/>
                </a:lnTo>
                <a:cubicBezTo>
                  <a:pt x="241429" y="288931"/>
                  <a:pt x="234886" y="285943"/>
                  <a:pt x="232000" y="280121"/>
                </a:cubicBezTo>
                <a:lnTo>
                  <a:pt x="222417" y="260749"/>
                </a:lnTo>
                <a:cubicBezTo>
                  <a:pt x="217111" y="260028"/>
                  <a:pt x="211907" y="258585"/>
                  <a:pt x="207013" y="256576"/>
                </a:cubicBezTo>
                <a:lnTo>
                  <a:pt x="188980" y="268581"/>
                </a:lnTo>
                <a:cubicBezTo>
                  <a:pt x="183570" y="272187"/>
                  <a:pt x="176409" y="271466"/>
                  <a:pt x="171824" y="266880"/>
                </a:cubicBezTo>
                <a:lnTo>
                  <a:pt x="161931" y="256988"/>
                </a:lnTo>
                <a:cubicBezTo>
                  <a:pt x="157346" y="252403"/>
                  <a:pt x="156625" y="245241"/>
                  <a:pt x="160231" y="239832"/>
                </a:cubicBezTo>
                <a:lnTo>
                  <a:pt x="172236" y="221799"/>
                </a:lnTo>
                <a:cubicBezTo>
                  <a:pt x="171257" y="219378"/>
                  <a:pt x="170381" y="216853"/>
                  <a:pt x="169660" y="214226"/>
                </a:cubicBezTo>
                <a:cubicBezTo>
                  <a:pt x="168938" y="211598"/>
                  <a:pt x="168475" y="208970"/>
                  <a:pt x="168114" y="206394"/>
                </a:cubicBezTo>
                <a:lnTo>
                  <a:pt x="148690" y="196811"/>
                </a:lnTo>
                <a:cubicBezTo>
                  <a:pt x="142869" y="193926"/>
                  <a:pt x="139932" y="187331"/>
                  <a:pt x="141581" y="181097"/>
                </a:cubicBezTo>
                <a:lnTo>
                  <a:pt x="145187" y="167599"/>
                </a:lnTo>
                <a:cubicBezTo>
                  <a:pt x="146887" y="161365"/>
                  <a:pt x="152709" y="157140"/>
                  <a:pt x="159201" y="157552"/>
                </a:cubicBezTo>
                <a:lnTo>
                  <a:pt x="180788" y="158943"/>
                </a:lnTo>
                <a:cubicBezTo>
                  <a:pt x="184034" y="154770"/>
                  <a:pt x="187795" y="150906"/>
                  <a:pt x="192071" y="147609"/>
                </a:cubicBezTo>
                <a:lnTo>
                  <a:pt x="190680" y="126073"/>
                </a:lnTo>
                <a:cubicBezTo>
                  <a:pt x="190268" y="119581"/>
                  <a:pt x="194493" y="113708"/>
                  <a:pt x="200727" y="112059"/>
                </a:cubicBezTo>
                <a:lnTo>
                  <a:pt x="214226" y="108452"/>
                </a:lnTo>
                <a:close/>
                <a:moveTo>
                  <a:pt x="231022" y="175172"/>
                </a:moveTo>
                <a:cubicBezTo>
                  <a:pt x="218510" y="175187"/>
                  <a:pt x="208364" y="185356"/>
                  <a:pt x="208378" y="197868"/>
                </a:cubicBezTo>
                <a:cubicBezTo>
                  <a:pt x="208392" y="210379"/>
                  <a:pt x="218561" y="220525"/>
                  <a:pt x="231073" y="220511"/>
                </a:cubicBezTo>
                <a:cubicBezTo>
                  <a:pt x="243585" y="220497"/>
                  <a:pt x="253731" y="210328"/>
                  <a:pt x="253717" y="197816"/>
                </a:cubicBezTo>
                <a:cubicBezTo>
                  <a:pt x="253702" y="185304"/>
                  <a:pt x="243533" y="175158"/>
                  <a:pt x="231022" y="175172"/>
                </a:cubicBezTo>
                <a:close/>
                <a:moveTo>
                  <a:pt x="115871" y="-23442"/>
                </a:moveTo>
                <a:lnTo>
                  <a:pt x="129370" y="-19836"/>
                </a:lnTo>
                <a:cubicBezTo>
                  <a:pt x="135604" y="-18135"/>
                  <a:pt x="139829" y="-12262"/>
                  <a:pt x="139417" y="-5822"/>
                </a:cubicBezTo>
                <a:lnTo>
                  <a:pt x="138026" y="15714"/>
                </a:lnTo>
                <a:cubicBezTo>
                  <a:pt x="142302" y="19011"/>
                  <a:pt x="146063" y="22824"/>
                  <a:pt x="149309" y="27049"/>
                </a:cubicBezTo>
                <a:lnTo>
                  <a:pt x="170948" y="25658"/>
                </a:lnTo>
                <a:cubicBezTo>
                  <a:pt x="177388" y="25245"/>
                  <a:pt x="183261" y="29470"/>
                  <a:pt x="184961" y="35704"/>
                </a:cubicBezTo>
                <a:lnTo>
                  <a:pt x="188568" y="49203"/>
                </a:lnTo>
                <a:cubicBezTo>
                  <a:pt x="190217" y="55437"/>
                  <a:pt x="187280" y="62032"/>
                  <a:pt x="181458" y="64917"/>
                </a:cubicBezTo>
                <a:lnTo>
                  <a:pt x="162034" y="74500"/>
                </a:lnTo>
                <a:cubicBezTo>
                  <a:pt x="161674" y="77127"/>
                  <a:pt x="161159" y="79755"/>
                  <a:pt x="160489" y="82331"/>
                </a:cubicBezTo>
                <a:cubicBezTo>
                  <a:pt x="159819" y="84907"/>
                  <a:pt x="158892" y="87483"/>
                  <a:pt x="157913" y="89905"/>
                </a:cubicBezTo>
                <a:lnTo>
                  <a:pt x="169917" y="107937"/>
                </a:lnTo>
                <a:cubicBezTo>
                  <a:pt x="173524" y="113347"/>
                  <a:pt x="172802" y="120508"/>
                  <a:pt x="168217" y="125094"/>
                </a:cubicBezTo>
                <a:lnTo>
                  <a:pt x="158325" y="134986"/>
                </a:lnTo>
                <a:cubicBezTo>
                  <a:pt x="153740" y="139571"/>
                  <a:pt x="146578" y="140292"/>
                  <a:pt x="141168" y="136686"/>
                </a:cubicBezTo>
                <a:lnTo>
                  <a:pt x="123136" y="124682"/>
                </a:lnTo>
                <a:cubicBezTo>
                  <a:pt x="118241" y="126691"/>
                  <a:pt x="113038" y="128133"/>
                  <a:pt x="107731" y="128855"/>
                </a:cubicBezTo>
                <a:lnTo>
                  <a:pt x="98148" y="148227"/>
                </a:lnTo>
                <a:cubicBezTo>
                  <a:pt x="95263" y="154049"/>
                  <a:pt x="88668" y="156985"/>
                  <a:pt x="82434" y="155337"/>
                </a:cubicBezTo>
                <a:lnTo>
                  <a:pt x="68935" y="151730"/>
                </a:lnTo>
                <a:cubicBezTo>
                  <a:pt x="62650" y="150030"/>
                  <a:pt x="58477" y="144157"/>
                  <a:pt x="58889" y="137716"/>
                </a:cubicBezTo>
                <a:lnTo>
                  <a:pt x="60280" y="116129"/>
                </a:lnTo>
                <a:cubicBezTo>
                  <a:pt x="56004" y="112832"/>
                  <a:pt x="52243" y="109019"/>
                  <a:pt x="48997" y="104794"/>
                </a:cubicBezTo>
                <a:lnTo>
                  <a:pt x="27358" y="106185"/>
                </a:lnTo>
                <a:cubicBezTo>
                  <a:pt x="20918" y="106598"/>
                  <a:pt x="15044" y="102373"/>
                  <a:pt x="13344" y="96139"/>
                </a:cubicBezTo>
                <a:lnTo>
                  <a:pt x="9738" y="82640"/>
                </a:lnTo>
                <a:cubicBezTo>
                  <a:pt x="8089" y="76406"/>
                  <a:pt x="11026" y="69811"/>
                  <a:pt x="16847" y="66926"/>
                </a:cubicBezTo>
                <a:lnTo>
                  <a:pt x="36271" y="57343"/>
                </a:lnTo>
                <a:cubicBezTo>
                  <a:pt x="36632" y="54716"/>
                  <a:pt x="37147" y="52140"/>
                  <a:pt x="37817" y="49512"/>
                </a:cubicBezTo>
                <a:cubicBezTo>
                  <a:pt x="38538" y="46884"/>
                  <a:pt x="39362" y="44360"/>
                  <a:pt x="40393" y="41938"/>
                </a:cubicBezTo>
                <a:lnTo>
                  <a:pt x="28388" y="23957"/>
                </a:lnTo>
                <a:cubicBezTo>
                  <a:pt x="24782" y="18548"/>
                  <a:pt x="25503" y="11386"/>
                  <a:pt x="30088" y="6801"/>
                </a:cubicBezTo>
                <a:lnTo>
                  <a:pt x="39981" y="-3091"/>
                </a:lnTo>
                <a:cubicBezTo>
                  <a:pt x="44566" y="-7677"/>
                  <a:pt x="51727" y="-8398"/>
                  <a:pt x="57137" y="-4791"/>
                </a:cubicBezTo>
                <a:lnTo>
                  <a:pt x="75170" y="7213"/>
                </a:lnTo>
                <a:cubicBezTo>
                  <a:pt x="80064" y="5204"/>
                  <a:pt x="85268" y="3761"/>
                  <a:pt x="90574" y="3040"/>
                </a:cubicBezTo>
                <a:lnTo>
                  <a:pt x="100157" y="-16332"/>
                </a:lnTo>
                <a:cubicBezTo>
                  <a:pt x="103043" y="-22154"/>
                  <a:pt x="109586" y="-25091"/>
                  <a:pt x="115871" y="-23442"/>
                </a:cubicBezTo>
                <a:close/>
                <a:moveTo>
                  <a:pt x="99127" y="43278"/>
                </a:moveTo>
                <a:cubicBezTo>
                  <a:pt x="86615" y="43278"/>
                  <a:pt x="76458" y="53436"/>
                  <a:pt x="76458" y="65947"/>
                </a:cubicBezTo>
                <a:cubicBezTo>
                  <a:pt x="76458" y="78459"/>
                  <a:pt x="86615" y="88617"/>
                  <a:pt x="99127" y="88617"/>
                </a:cubicBezTo>
                <a:cubicBezTo>
                  <a:pt x="111639" y="88617"/>
                  <a:pt x="121796" y="78459"/>
                  <a:pt x="121796" y="65947"/>
                </a:cubicBezTo>
                <a:cubicBezTo>
                  <a:pt x="121796" y="53436"/>
                  <a:pt x="111639" y="43278"/>
                  <a:pt x="99127" y="43278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876003" y="2044365"/>
            <a:ext cx="6792568" cy="351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77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执行功能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46267" y="2571943"/>
            <a:ext cx="6990410" cy="747402"/>
          </a:xfrm>
          <a:custGeom>
            <a:avLst/>
            <a:gdLst/>
            <a:ahLst/>
            <a:cxnLst/>
            <a:rect l="l" t="t" r="r" b="b"/>
            <a:pathLst>
              <a:path w="6990410" h="747402">
                <a:moveTo>
                  <a:pt x="87932" y="0"/>
                </a:moveTo>
                <a:lnTo>
                  <a:pt x="6902478" y="0"/>
                </a:lnTo>
                <a:cubicBezTo>
                  <a:pt x="6951041" y="0"/>
                  <a:pt x="6990410" y="39368"/>
                  <a:pt x="6990410" y="87932"/>
                </a:cubicBezTo>
                <a:lnTo>
                  <a:pt x="6990410" y="659470"/>
                </a:lnTo>
                <a:cubicBezTo>
                  <a:pt x="6990410" y="708034"/>
                  <a:pt x="6951041" y="747402"/>
                  <a:pt x="6902478" y="747402"/>
                </a:cubicBezTo>
                <a:lnTo>
                  <a:pt x="87932" y="747402"/>
                </a:lnTo>
                <a:cubicBezTo>
                  <a:pt x="39368" y="747402"/>
                  <a:pt x="0" y="708034"/>
                  <a:pt x="0" y="659470"/>
                </a:cubicBezTo>
                <a:lnTo>
                  <a:pt x="0" y="87932"/>
                </a:lnTo>
                <a:cubicBezTo>
                  <a:pt x="0" y="39401"/>
                  <a:pt x="39401" y="0"/>
                  <a:pt x="87932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678162" y="2769785"/>
            <a:ext cx="351719" cy="351719"/>
          </a:xfrm>
          <a:custGeom>
            <a:avLst/>
            <a:gdLst/>
            <a:ahLst/>
            <a:cxnLst/>
            <a:rect l="l" t="t" r="r" b="b"/>
            <a:pathLst>
              <a:path w="351719" h="351719">
                <a:moveTo>
                  <a:pt x="87930" y="0"/>
                </a:moveTo>
                <a:lnTo>
                  <a:pt x="263789" y="0"/>
                </a:lnTo>
                <a:cubicBezTo>
                  <a:pt x="312351" y="0"/>
                  <a:pt x="351719" y="39367"/>
                  <a:pt x="351719" y="87930"/>
                </a:cubicBezTo>
                <a:lnTo>
                  <a:pt x="351719" y="263789"/>
                </a:lnTo>
                <a:cubicBezTo>
                  <a:pt x="351719" y="312351"/>
                  <a:pt x="312351" y="351719"/>
                  <a:pt x="263789" y="351719"/>
                </a:cubicBezTo>
                <a:lnTo>
                  <a:pt x="87930" y="351719"/>
                </a:lnTo>
                <a:cubicBezTo>
                  <a:pt x="39367" y="351719"/>
                  <a:pt x="0" y="312351"/>
                  <a:pt x="0" y="263789"/>
                </a:cubicBezTo>
                <a:lnTo>
                  <a:pt x="0" y="87930"/>
                </a:lnTo>
                <a:cubicBezTo>
                  <a:pt x="0" y="39367"/>
                  <a:pt x="39367" y="0"/>
                  <a:pt x="8793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777082" y="2857715"/>
            <a:ext cx="153877" cy="175859"/>
          </a:xfrm>
          <a:custGeom>
            <a:avLst/>
            <a:gdLst/>
            <a:ahLst/>
            <a:cxnLst/>
            <a:rect l="l" t="t" r="r" b="b"/>
            <a:pathLst>
              <a:path w="153877" h="175859">
                <a:moveTo>
                  <a:pt x="31325" y="12674"/>
                </a:moveTo>
                <a:cubicBezTo>
                  <a:pt x="27066" y="10339"/>
                  <a:pt x="21914" y="10442"/>
                  <a:pt x="17723" y="12915"/>
                </a:cubicBezTo>
                <a:cubicBezTo>
                  <a:pt x="13533" y="15388"/>
                  <a:pt x="10991" y="19887"/>
                  <a:pt x="10991" y="24730"/>
                </a:cubicBezTo>
                <a:lnTo>
                  <a:pt x="10991" y="151129"/>
                </a:lnTo>
                <a:cubicBezTo>
                  <a:pt x="10991" y="155972"/>
                  <a:pt x="13567" y="160472"/>
                  <a:pt x="17723" y="162945"/>
                </a:cubicBezTo>
                <a:cubicBezTo>
                  <a:pt x="21879" y="165418"/>
                  <a:pt x="27066" y="165521"/>
                  <a:pt x="31325" y="163185"/>
                </a:cubicBezTo>
                <a:lnTo>
                  <a:pt x="146733" y="99986"/>
                </a:lnTo>
                <a:cubicBezTo>
                  <a:pt x="151129" y="97581"/>
                  <a:pt x="153877" y="92944"/>
                  <a:pt x="153877" y="87930"/>
                </a:cubicBezTo>
                <a:cubicBezTo>
                  <a:pt x="153877" y="82915"/>
                  <a:pt x="151129" y="78278"/>
                  <a:pt x="146733" y="75874"/>
                </a:cubicBezTo>
                <a:lnTo>
                  <a:pt x="31325" y="12674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161775" y="2703838"/>
            <a:ext cx="3165469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任务执行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61775" y="2967627"/>
            <a:ext cx="3154477" cy="21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2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运行具体的计算任务，支持多种数据处理模式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46267" y="3495205"/>
            <a:ext cx="6990410" cy="747402"/>
          </a:xfrm>
          <a:custGeom>
            <a:avLst/>
            <a:gdLst/>
            <a:ahLst/>
            <a:cxnLst/>
            <a:rect l="l" t="t" r="r" b="b"/>
            <a:pathLst>
              <a:path w="6990410" h="747402">
                <a:moveTo>
                  <a:pt x="87932" y="0"/>
                </a:moveTo>
                <a:lnTo>
                  <a:pt x="6902478" y="0"/>
                </a:lnTo>
                <a:cubicBezTo>
                  <a:pt x="6951041" y="0"/>
                  <a:pt x="6990410" y="39368"/>
                  <a:pt x="6990410" y="87932"/>
                </a:cubicBezTo>
                <a:lnTo>
                  <a:pt x="6990410" y="659470"/>
                </a:lnTo>
                <a:cubicBezTo>
                  <a:pt x="6990410" y="708034"/>
                  <a:pt x="6951041" y="747402"/>
                  <a:pt x="6902478" y="747402"/>
                </a:cubicBezTo>
                <a:lnTo>
                  <a:pt x="87932" y="747402"/>
                </a:lnTo>
                <a:cubicBezTo>
                  <a:pt x="39368" y="747402"/>
                  <a:pt x="0" y="708034"/>
                  <a:pt x="0" y="659470"/>
                </a:cubicBezTo>
                <a:lnTo>
                  <a:pt x="0" y="87932"/>
                </a:lnTo>
                <a:cubicBezTo>
                  <a:pt x="0" y="39401"/>
                  <a:pt x="39401" y="0"/>
                  <a:pt x="87932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678162" y="3693047"/>
            <a:ext cx="351719" cy="351719"/>
          </a:xfrm>
          <a:custGeom>
            <a:avLst/>
            <a:gdLst/>
            <a:ahLst/>
            <a:cxnLst/>
            <a:rect l="l" t="t" r="r" b="b"/>
            <a:pathLst>
              <a:path w="351719" h="351719">
                <a:moveTo>
                  <a:pt x="87930" y="0"/>
                </a:moveTo>
                <a:lnTo>
                  <a:pt x="263789" y="0"/>
                </a:lnTo>
                <a:cubicBezTo>
                  <a:pt x="312351" y="0"/>
                  <a:pt x="351719" y="39367"/>
                  <a:pt x="351719" y="87930"/>
                </a:cubicBezTo>
                <a:lnTo>
                  <a:pt x="351719" y="263789"/>
                </a:lnTo>
                <a:cubicBezTo>
                  <a:pt x="351719" y="312351"/>
                  <a:pt x="312351" y="351719"/>
                  <a:pt x="263789" y="351719"/>
                </a:cubicBezTo>
                <a:lnTo>
                  <a:pt x="87930" y="351719"/>
                </a:lnTo>
                <a:cubicBezTo>
                  <a:pt x="39367" y="351719"/>
                  <a:pt x="0" y="312351"/>
                  <a:pt x="0" y="263789"/>
                </a:cubicBezTo>
                <a:lnTo>
                  <a:pt x="0" y="87930"/>
                </a:lnTo>
                <a:cubicBezTo>
                  <a:pt x="0" y="39367"/>
                  <a:pt x="39367" y="0"/>
                  <a:pt x="8793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766091" y="3780976"/>
            <a:ext cx="175859" cy="175859"/>
          </a:xfrm>
          <a:custGeom>
            <a:avLst/>
            <a:gdLst/>
            <a:ahLst/>
            <a:cxnLst/>
            <a:rect l="l" t="t" r="r" b="b"/>
            <a:pathLst>
              <a:path w="175859" h="175859">
                <a:moveTo>
                  <a:pt x="21982" y="21982"/>
                </a:moveTo>
                <a:cubicBezTo>
                  <a:pt x="9858" y="21982"/>
                  <a:pt x="0" y="31840"/>
                  <a:pt x="0" y="43965"/>
                </a:cubicBezTo>
                <a:lnTo>
                  <a:pt x="0" y="46507"/>
                </a:lnTo>
                <a:cubicBezTo>
                  <a:pt x="0" y="48842"/>
                  <a:pt x="1511" y="50834"/>
                  <a:pt x="3469" y="52105"/>
                </a:cubicBezTo>
                <a:cubicBezTo>
                  <a:pt x="8003" y="55059"/>
                  <a:pt x="10991" y="60143"/>
                  <a:pt x="10991" y="65947"/>
                </a:cubicBezTo>
                <a:cubicBezTo>
                  <a:pt x="10991" y="71752"/>
                  <a:pt x="8003" y="76835"/>
                  <a:pt x="3469" y="79789"/>
                </a:cubicBezTo>
                <a:cubicBezTo>
                  <a:pt x="1511" y="81060"/>
                  <a:pt x="0" y="83052"/>
                  <a:pt x="0" y="85388"/>
                </a:cubicBezTo>
                <a:lnTo>
                  <a:pt x="0" y="104416"/>
                </a:lnTo>
                <a:lnTo>
                  <a:pt x="175859" y="104416"/>
                </a:lnTo>
                <a:lnTo>
                  <a:pt x="175859" y="85388"/>
                </a:lnTo>
                <a:cubicBezTo>
                  <a:pt x="175859" y="83052"/>
                  <a:pt x="174348" y="81060"/>
                  <a:pt x="172390" y="79789"/>
                </a:cubicBezTo>
                <a:cubicBezTo>
                  <a:pt x="167856" y="76835"/>
                  <a:pt x="164868" y="71752"/>
                  <a:pt x="164868" y="65947"/>
                </a:cubicBezTo>
                <a:cubicBezTo>
                  <a:pt x="164868" y="60143"/>
                  <a:pt x="167856" y="55059"/>
                  <a:pt x="172390" y="52105"/>
                </a:cubicBezTo>
                <a:cubicBezTo>
                  <a:pt x="174348" y="50834"/>
                  <a:pt x="175859" y="48842"/>
                  <a:pt x="175859" y="46507"/>
                </a:cubicBezTo>
                <a:lnTo>
                  <a:pt x="175859" y="43965"/>
                </a:lnTo>
                <a:cubicBezTo>
                  <a:pt x="175859" y="31840"/>
                  <a:pt x="166002" y="21982"/>
                  <a:pt x="153877" y="21982"/>
                </a:cubicBezTo>
                <a:lnTo>
                  <a:pt x="21982" y="21982"/>
                </a:lnTo>
                <a:close/>
                <a:moveTo>
                  <a:pt x="175859" y="142886"/>
                </a:moveTo>
                <a:lnTo>
                  <a:pt x="175859" y="120903"/>
                </a:lnTo>
                <a:lnTo>
                  <a:pt x="0" y="120903"/>
                </a:lnTo>
                <a:lnTo>
                  <a:pt x="0" y="142886"/>
                </a:lnTo>
                <a:cubicBezTo>
                  <a:pt x="0" y="148965"/>
                  <a:pt x="4912" y="153877"/>
                  <a:pt x="10991" y="153877"/>
                </a:cubicBezTo>
                <a:lnTo>
                  <a:pt x="32974" y="153877"/>
                </a:lnTo>
                <a:lnTo>
                  <a:pt x="32974" y="145634"/>
                </a:lnTo>
                <a:cubicBezTo>
                  <a:pt x="32974" y="141065"/>
                  <a:pt x="36649" y="137390"/>
                  <a:pt x="41217" y="137390"/>
                </a:cubicBezTo>
                <a:cubicBezTo>
                  <a:pt x="45785" y="137390"/>
                  <a:pt x="49460" y="141065"/>
                  <a:pt x="49460" y="145634"/>
                </a:cubicBezTo>
                <a:lnTo>
                  <a:pt x="49460" y="153877"/>
                </a:lnTo>
                <a:lnTo>
                  <a:pt x="79686" y="153877"/>
                </a:lnTo>
                <a:lnTo>
                  <a:pt x="79686" y="145634"/>
                </a:lnTo>
                <a:cubicBezTo>
                  <a:pt x="79686" y="141065"/>
                  <a:pt x="83361" y="137390"/>
                  <a:pt x="87930" y="137390"/>
                </a:cubicBezTo>
                <a:cubicBezTo>
                  <a:pt x="92498" y="137390"/>
                  <a:pt x="96173" y="141065"/>
                  <a:pt x="96173" y="145634"/>
                </a:cubicBezTo>
                <a:lnTo>
                  <a:pt x="96173" y="153877"/>
                </a:lnTo>
                <a:lnTo>
                  <a:pt x="126399" y="153877"/>
                </a:lnTo>
                <a:lnTo>
                  <a:pt x="126399" y="145634"/>
                </a:lnTo>
                <a:cubicBezTo>
                  <a:pt x="126399" y="141065"/>
                  <a:pt x="130074" y="137390"/>
                  <a:pt x="134642" y="137390"/>
                </a:cubicBezTo>
                <a:cubicBezTo>
                  <a:pt x="139211" y="137390"/>
                  <a:pt x="142886" y="141065"/>
                  <a:pt x="142886" y="145634"/>
                </a:cubicBezTo>
                <a:lnTo>
                  <a:pt x="142886" y="153877"/>
                </a:lnTo>
                <a:lnTo>
                  <a:pt x="164868" y="153877"/>
                </a:lnTo>
                <a:cubicBezTo>
                  <a:pt x="170948" y="153877"/>
                  <a:pt x="175859" y="148965"/>
                  <a:pt x="175859" y="142886"/>
                </a:cubicBezTo>
                <a:close/>
                <a:moveTo>
                  <a:pt x="54956" y="54956"/>
                </a:moveTo>
                <a:lnTo>
                  <a:pt x="54956" y="76938"/>
                </a:lnTo>
                <a:cubicBezTo>
                  <a:pt x="54956" y="83018"/>
                  <a:pt x="50044" y="87930"/>
                  <a:pt x="43965" y="87930"/>
                </a:cubicBezTo>
                <a:cubicBezTo>
                  <a:pt x="37885" y="87930"/>
                  <a:pt x="32974" y="83018"/>
                  <a:pt x="32974" y="76938"/>
                </a:cubicBezTo>
                <a:lnTo>
                  <a:pt x="32974" y="54956"/>
                </a:lnTo>
                <a:cubicBezTo>
                  <a:pt x="32974" y="48877"/>
                  <a:pt x="37885" y="43965"/>
                  <a:pt x="43965" y="43965"/>
                </a:cubicBezTo>
                <a:cubicBezTo>
                  <a:pt x="50044" y="43965"/>
                  <a:pt x="54956" y="48877"/>
                  <a:pt x="54956" y="54956"/>
                </a:cubicBezTo>
                <a:close/>
                <a:moveTo>
                  <a:pt x="98921" y="54956"/>
                </a:moveTo>
                <a:lnTo>
                  <a:pt x="98921" y="76938"/>
                </a:lnTo>
                <a:cubicBezTo>
                  <a:pt x="98921" y="83018"/>
                  <a:pt x="94009" y="87930"/>
                  <a:pt x="87930" y="87930"/>
                </a:cubicBezTo>
                <a:cubicBezTo>
                  <a:pt x="81850" y="87930"/>
                  <a:pt x="76938" y="83018"/>
                  <a:pt x="76938" y="76938"/>
                </a:cubicBezTo>
                <a:lnTo>
                  <a:pt x="76938" y="54956"/>
                </a:lnTo>
                <a:cubicBezTo>
                  <a:pt x="76938" y="48877"/>
                  <a:pt x="81850" y="43965"/>
                  <a:pt x="87930" y="43965"/>
                </a:cubicBezTo>
                <a:cubicBezTo>
                  <a:pt x="94009" y="43965"/>
                  <a:pt x="98921" y="48877"/>
                  <a:pt x="98921" y="54956"/>
                </a:cubicBezTo>
                <a:close/>
                <a:moveTo>
                  <a:pt x="142886" y="54956"/>
                </a:moveTo>
                <a:lnTo>
                  <a:pt x="142886" y="76938"/>
                </a:lnTo>
                <a:cubicBezTo>
                  <a:pt x="142886" y="83018"/>
                  <a:pt x="137974" y="87930"/>
                  <a:pt x="131895" y="87930"/>
                </a:cubicBezTo>
                <a:cubicBezTo>
                  <a:pt x="125815" y="87930"/>
                  <a:pt x="120903" y="83018"/>
                  <a:pt x="120903" y="76938"/>
                </a:cubicBezTo>
                <a:lnTo>
                  <a:pt x="120903" y="54956"/>
                </a:lnTo>
                <a:cubicBezTo>
                  <a:pt x="120903" y="48877"/>
                  <a:pt x="125815" y="43965"/>
                  <a:pt x="131895" y="43965"/>
                </a:cubicBezTo>
                <a:cubicBezTo>
                  <a:pt x="137974" y="43965"/>
                  <a:pt x="142886" y="48877"/>
                  <a:pt x="142886" y="54956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9161775" y="3627099"/>
            <a:ext cx="2703838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数据缓存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61775" y="3890888"/>
            <a:ext cx="2692847" cy="21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2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在内存中缓存中间计算结果，优化性能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546267" y="4418467"/>
            <a:ext cx="6990410" cy="747402"/>
          </a:xfrm>
          <a:custGeom>
            <a:avLst/>
            <a:gdLst/>
            <a:ahLst/>
            <a:cxnLst/>
            <a:rect l="l" t="t" r="r" b="b"/>
            <a:pathLst>
              <a:path w="6990410" h="747402">
                <a:moveTo>
                  <a:pt x="87932" y="0"/>
                </a:moveTo>
                <a:lnTo>
                  <a:pt x="6902478" y="0"/>
                </a:lnTo>
                <a:cubicBezTo>
                  <a:pt x="6951041" y="0"/>
                  <a:pt x="6990410" y="39368"/>
                  <a:pt x="6990410" y="87932"/>
                </a:cubicBezTo>
                <a:lnTo>
                  <a:pt x="6990410" y="659470"/>
                </a:lnTo>
                <a:cubicBezTo>
                  <a:pt x="6990410" y="708034"/>
                  <a:pt x="6951041" y="747402"/>
                  <a:pt x="6902478" y="747402"/>
                </a:cubicBezTo>
                <a:lnTo>
                  <a:pt x="87932" y="747402"/>
                </a:lnTo>
                <a:cubicBezTo>
                  <a:pt x="39368" y="747402"/>
                  <a:pt x="0" y="708034"/>
                  <a:pt x="0" y="659470"/>
                </a:cubicBezTo>
                <a:lnTo>
                  <a:pt x="0" y="87932"/>
                </a:lnTo>
                <a:cubicBezTo>
                  <a:pt x="0" y="39401"/>
                  <a:pt x="39401" y="0"/>
                  <a:pt x="87932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678162" y="4616308"/>
            <a:ext cx="351719" cy="351719"/>
          </a:xfrm>
          <a:custGeom>
            <a:avLst/>
            <a:gdLst/>
            <a:ahLst/>
            <a:cxnLst/>
            <a:rect l="l" t="t" r="r" b="b"/>
            <a:pathLst>
              <a:path w="351719" h="351719">
                <a:moveTo>
                  <a:pt x="87930" y="0"/>
                </a:moveTo>
                <a:lnTo>
                  <a:pt x="263789" y="0"/>
                </a:lnTo>
                <a:cubicBezTo>
                  <a:pt x="312351" y="0"/>
                  <a:pt x="351719" y="39367"/>
                  <a:pt x="351719" y="87930"/>
                </a:cubicBezTo>
                <a:lnTo>
                  <a:pt x="351719" y="263789"/>
                </a:lnTo>
                <a:cubicBezTo>
                  <a:pt x="351719" y="312351"/>
                  <a:pt x="312351" y="351719"/>
                  <a:pt x="263789" y="351719"/>
                </a:cubicBezTo>
                <a:lnTo>
                  <a:pt x="87930" y="351719"/>
                </a:lnTo>
                <a:cubicBezTo>
                  <a:pt x="39367" y="351719"/>
                  <a:pt x="0" y="312351"/>
                  <a:pt x="0" y="263789"/>
                </a:cubicBezTo>
                <a:lnTo>
                  <a:pt x="0" y="87930"/>
                </a:lnTo>
                <a:cubicBezTo>
                  <a:pt x="0" y="39367"/>
                  <a:pt x="39367" y="0"/>
                  <a:pt x="8793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766091" y="4704238"/>
            <a:ext cx="175859" cy="175859"/>
          </a:xfrm>
          <a:custGeom>
            <a:avLst/>
            <a:gdLst/>
            <a:ahLst/>
            <a:cxnLst/>
            <a:rect l="l" t="t" r="r" b="b"/>
            <a:pathLst>
              <a:path w="175859" h="175859">
                <a:moveTo>
                  <a:pt x="87930" y="0"/>
                </a:moveTo>
                <a:cubicBezTo>
                  <a:pt x="89510" y="0"/>
                  <a:pt x="91090" y="343"/>
                  <a:pt x="92532" y="996"/>
                </a:cubicBezTo>
                <a:lnTo>
                  <a:pt x="157243" y="28440"/>
                </a:lnTo>
                <a:cubicBezTo>
                  <a:pt x="164799" y="31634"/>
                  <a:pt x="170432" y="39087"/>
                  <a:pt x="170398" y="48087"/>
                </a:cubicBezTo>
                <a:cubicBezTo>
                  <a:pt x="170226" y="82159"/>
                  <a:pt x="156213" y="144500"/>
                  <a:pt x="97032" y="172837"/>
                </a:cubicBezTo>
                <a:cubicBezTo>
                  <a:pt x="91296" y="175585"/>
                  <a:pt x="84632" y="175585"/>
                  <a:pt x="78896" y="172837"/>
                </a:cubicBezTo>
                <a:cubicBezTo>
                  <a:pt x="19681" y="144500"/>
                  <a:pt x="5702" y="82159"/>
                  <a:pt x="5530" y="48087"/>
                </a:cubicBezTo>
                <a:cubicBezTo>
                  <a:pt x="5496" y="39087"/>
                  <a:pt x="11129" y="31634"/>
                  <a:pt x="18685" y="28440"/>
                </a:cubicBezTo>
                <a:lnTo>
                  <a:pt x="83361" y="996"/>
                </a:lnTo>
                <a:cubicBezTo>
                  <a:pt x="84804" y="343"/>
                  <a:pt x="86350" y="0"/>
                  <a:pt x="87930" y="0"/>
                </a:cubicBezTo>
                <a:close/>
                <a:moveTo>
                  <a:pt x="87930" y="22944"/>
                </a:moveTo>
                <a:lnTo>
                  <a:pt x="87930" y="152812"/>
                </a:lnTo>
                <a:cubicBezTo>
                  <a:pt x="135329" y="129868"/>
                  <a:pt x="148072" y="79034"/>
                  <a:pt x="148381" y="48602"/>
                </a:cubicBezTo>
                <a:lnTo>
                  <a:pt x="87930" y="22978"/>
                </a:lnTo>
                <a:lnTo>
                  <a:pt x="87930" y="22978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9161775" y="4550361"/>
            <a:ext cx="2330137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资源隔离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61775" y="4814150"/>
            <a:ext cx="2319145" cy="21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2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提供独立的内存和 CPU 资源隔离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546267" y="5341728"/>
            <a:ext cx="6990410" cy="747402"/>
          </a:xfrm>
          <a:custGeom>
            <a:avLst/>
            <a:gdLst/>
            <a:ahLst/>
            <a:cxnLst/>
            <a:rect l="l" t="t" r="r" b="b"/>
            <a:pathLst>
              <a:path w="6990410" h="747402">
                <a:moveTo>
                  <a:pt x="87932" y="0"/>
                </a:moveTo>
                <a:lnTo>
                  <a:pt x="6902478" y="0"/>
                </a:lnTo>
                <a:cubicBezTo>
                  <a:pt x="6951041" y="0"/>
                  <a:pt x="6990410" y="39368"/>
                  <a:pt x="6990410" y="87932"/>
                </a:cubicBezTo>
                <a:lnTo>
                  <a:pt x="6990410" y="659470"/>
                </a:lnTo>
                <a:cubicBezTo>
                  <a:pt x="6990410" y="708034"/>
                  <a:pt x="6951041" y="747402"/>
                  <a:pt x="6902478" y="747402"/>
                </a:cubicBezTo>
                <a:lnTo>
                  <a:pt x="87932" y="747402"/>
                </a:lnTo>
                <a:cubicBezTo>
                  <a:pt x="39368" y="747402"/>
                  <a:pt x="0" y="708034"/>
                  <a:pt x="0" y="659470"/>
                </a:cubicBezTo>
                <a:lnTo>
                  <a:pt x="0" y="87932"/>
                </a:lnTo>
                <a:cubicBezTo>
                  <a:pt x="0" y="39401"/>
                  <a:pt x="39401" y="0"/>
                  <a:pt x="87932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678162" y="5539570"/>
            <a:ext cx="351719" cy="351719"/>
          </a:xfrm>
          <a:custGeom>
            <a:avLst/>
            <a:gdLst/>
            <a:ahLst/>
            <a:cxnLst/>
            <a:rect l="l" t="t" r="r" b="b"/>
            <a:pathLst>
              <a:path w="351719" h="351719">
                <a:moveTo>
                  <a:pt x="87930" y="0"/>
                </a:moveTo>
                <a:lnTo>
                  <a:pt x="263789" y="0"/>
                </a:lnTo>
                <a:cubicBezTo>
                  <a:pt x="312351" y="0"/>
                  <a:pt x="351719" y="39367"/>
                  <a:pt x="351719" y="87930"/>
                </a:cubicBezTo>
                <a:lnTo>
                  <a:pt x="351719" y="263789"/>
                </a:lnTo>
                <a:cubicBezTo>
                  <a:pt x="351719" y="312351"/>
                  <a:pt x="312351" y="351719"/>
                  <a:pt x="263789" y="351719"/>
                </a:cubicBezTo>
                <a:lnTo>
                  <a:pt x="87930" y="351719"/>
                </a:lnTo>
                <a:cubicBezTo>
                  <a:pt x="39367" y="351719"/>
                  <a:pt x="0" y="312351"/>
                  <a:pt x="0" y="263789"/>
                </a:cubicBezTo>
                <a:lnTo>
                  <a:pt x="0" y="87930"/>
                </a:lnTo>
                <a:cubicBezTo>
                  <a:pt x="0" y="39367"/>
                  <a:pt x="39367" y="0"/>
                  <a:pt x="8793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766091" y="5627500"/>
            <a:ext cx="175859" cy="175859"/>
          </a:xfrm>
          <a:custGeom>
            <a:avLst/>
            <a:gdLst/>
            <a:ahLst/>
            <a:cxnLst/>
            <a:rect l="l" t="t" r="r" b="b"/>
            <a:pathLst>
              <a:path w="175859" h="175859">
                <a:moveTo>
                  <a:pt x="87930" y="37061"/>
                </a:moveTo>
                <a:lnTo>
                  <a:pt x="82778" y="29917"/>
                </a:lnTo>
                <a:cubicBezTo>
                  <a:pt x="74191" y="18032"/>
                  <a:pt x="60417" y="10991"/>
                  <a:pt x="45717" y="10991"/>
                </a:cubicBezTo>
                <a:cubicBezTo>
                  <a:pt x="20471" y="10991"/>
                  <a:pt x="0" y="31462"/>
                  <a:pt x="0" y="56708"/>
                </a:cubicBezTo>
                <a:lnTo>
                  <a:pt x="0" y="57601"/>
                </a:lnTo>
                <a:cubicBezTo>
                  <a:pt x="0" y="65707"/>
                  <a:pt x="2130" y="74088"/>
                  <a:pt x="5702" y="82434"/>
                </a:cubicBezTo>
                <a:lnTo>
                  <a:pt x="42110" y="82434"/>
                </a:lnTo>
                <a:cubicBezTo>
                  <a:pt x="43209" y="82434"/>
                  <a:pt x="44205" y="81781"/>
                  <a:pt x="44652" y="80751"/>
                </a:cubicBezTo>
                <a:lnTo>
                  <a:pt x="55574" y="54544"/>
                </a:lnTo>
                <a:cubicBezTo>
                  <a:pt x="56845" y="51521"/>
                  <a:pt x="59799" y="49529"/>
                  <a:pt x="63062" y="49460"/>
                </a:cubicBezTo>
                <a:cubicBezTo>
                  <a:pt x="66325" y="49392"/>
                  <a:pt x="69348" y="51315"/>
                  <a:pt x="70687" y="54303"/>
                </a:cubicBezTo>
                <a:lnTo>
                  <a:pt x="88308" y="93425"/>
                </a:lnTo>
                <a:lnTo>
                  <a:pt x="102527" y="64986"/>
                </a:lnTo>
                <a:cubicBezTo>
                  <a:pt x="103936" y="62203"/>
                  <a:pt x="106786" y="60417"/>
                  <a:pt x="109912" y="60417"/>
                </a:cubicBezTo>
                <a:cubicBezTo>
                  <a:pt x="113038" y="60417"/>
                  <a:pt x="115889" y="62169"/>
                  <a:pt x="117297" y="64986"/>
                </a:cubicBezTo>
                <a:lnTo>
                  <a:pt x="125265" y="80888"/>
                </a:lnTo>
                <a:cubicBezTo>
                  <a:pt x="125746" y="81816"/>
                  <a:pt x="126674" y="82400"/>
                  <a:pt x="127738" y="82400"/>
                </a:cubicBezTo>
                <a:lnTo>
                  <a:pt x="170192" y="82400"/>
                </a:lnTo>
                <a:cubicBezTo>
                  <a:pt x="173799" y="74053"/>
                  <a:pt x="175894" y="65672"/>
                  <a:pt x="175894" y="57566"/>
                </a:cubicBezTo>
                <a:lnTo>
                  <a:pt x="175894" y="56673"/>
                </a:lnTo>
                <a:cubicBezTo>
                  <a:pt x="175859" y="31462"/>
                  <a:pt x="155388" y="10991"/>
                  <a:pt x="130143" y="10991"/>
                </a:cubicBezTo>
                <a:cubicBezTo>
                  <a:pt x="115476" y="10991"/>
                  <a:pt x="101669" y="18032"/>
                  <a:pt x="93082" y="29917"/>
                </a:cubicBezTo>
                <a:lnTo>
                  <a:pt x="87930" y="37027"/>
                </a:lnTo>
                <a:close/>
                <a:moveTo>
                  <a:pt x="161296" y="98921"/>
                </a:moveTo>
                <a:lnTo>
                  <a:pt x="127704" y="98921"/>
                </a:lnTo>
                <a:cubicBezTo>
                  <a:pt x="120422" y="98921"/>
                  <a:pt x="113759" y="94799"/>
                  <a:pt x="110496" y="88273"/>
                </a:cubicBezTo>
                <a:lnTo>
                  <a:pt x="109912" y="87105"/>
                </a:lnTo>
                <a:lnTo>
                  <a:pt x="95314" y="116335"/>
                </a:lnTo>
                <a:cubicBezTo>
                  <a:pt x="93906" y="119186"/>
                  <a:pt x="90952" y="120972"/>
                  <a:pt x="87758" y="120903"/>
                </a:cubicBezTo>
                <a:cubicBezTo>
                  <a:pt x="84564" y="120835"/>
                  <a:pt x="81713" y="118946"/>
                  <a:pt x="80408" y="116060"/>
                </a:cubicBezTo>
                <a:lnTo>
                  <a:pt x="63474" y="78450"/>
                </a:lnTo>
                <a:lnTo>
                  <a:pt x="59868" y="87105"/>
                </a:lnTo>
                <a:cubicBezTo>
                  <a:pt x="56880" y="94284"/>
                  <a:pt x="49873" y="98955"/>
                  <a:pt x="42110" y="98955"/>
                </a:cubicBezTo>
                <a:lnTo>
                  <a:pt x="14563" y="98955"/>
                </a:lnTo>
                <a:cubicBezTo>
                  <a:pt x="30775" y="124304"/>
                  <a:pt x="56811" y="147626"/>
                  <a:pt x="73092" y="160059"/>
                </a:cubicBezTo>
                <a:cubicBezTo>
                  <a:pt x="77351" y="163288"/>
                  <a:pt x="82571" y="164903"/>
                  <a:pt x="87895" y="164903"/>
                </a:cubicBezTo>
                <a:cubicBezTo>
                  <a:pt x="93219" y="164903"/>
                  <a:pt x="98474" y="163323"/>
                  <a:pt x="102699" y="160059"/>
                </a:cubicBezTo>
                <a:cubicBezTo>
                  <a:pt x="119049" y="147591"/>
                  <a:pt x="145084" y="124269"/>
                  <a:pt x="161296" y="98921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9161775" y="5473623"/>
            <a:ext cx="2451040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状态汇报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161775" y="5737412"/>
            <a:ext cx="2440049" cy="21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2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定期向 Driver 发送心跳和进度信息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61631" y="7144287"/>
            <a:ext cx="4990009" cy="1274980"/>
          </a:xfrm>
          <a:custGeom>
            <a:avLst/>
            <a:gdLst/>
            <a:ahLst/>
            <a:cxnLst/>
            <a:rect l="l" t="t" r="r" b="b"/>
            <a:pathLst>
              <a:path w="4990009" h="1274980">
                <a:moveTo>
                  <a:pt x="43965" y="0"/>
                </a:moveTo>
                <a:lnTo>
                  <a:pt x="4902074" y="0"/>
                </a:lnTo>
                <a:cubicBezTo>
                  <a:pt x="4950639" y="0"/>
                  <a:pt x="4990009" y="39370"/>
                  <a:pt x="4990009" y="87935"/>
                </a:cubicBezTo>
                <a:lnTo>
                  <a:pt x="4990009" y="1187045"/>
                </a:lnTo>
                <a:cubicBezTo>
                  <a:pt x="4990009" y="1235610"/>
                  <a:pt x="4950639" y="1274980"/>
                  <a:pt x="4902074" y="1274980"/>
                </a:cubicBezTo>
                <a:lnTo>
                  <a:pt x="43965" y="1274980"/>
                </a:lnTo>
                <a:cubicBezTo>
                  <a:pt x="19684" y="1274980"/>
                  <a:pt x="0" y="1255297"/>
                  <a:pt x="0" y="1231016"/>
                </a:cubicBezTo>
                <a:lnTo>
                  <a:pt x="0" y="43965"/>
                </a:lnTo>
                <a:cubicBezTo>
                  <a:pt x="0" y="19684"/>
                  <a:pt x="19684" y="0"/>
                  <a:pt x="43965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461631" y="7144287"/>
            <a:ext cx="43965" cy="1274980"/>
          </a:xfrm>
          <a:custGeom>
            <a:avLst/>
            <a:gdLst/>
            <a:ahLst/>
            <a:cxnLst/>
            <a:rect l="l" t="t" r="r" b="b"/>
            <a:pathLst>
              <a:path w="43965" h="1274980">
                <a:moveTo>
                  <a:pt x="43965" y="0"/>
                </a:moveTo>
                <a:lnTo>
                  <a:pt x="43965" y="0"/>
                </a:lnTo>
                <a:lnTo>
                  <a:pt x="43965" y="1274980"/>
                </a:lnTo>
                <a:lnTo>
                  <a:pt x="43965" y="1274980"/>
                </a:lnTo>
                <a:cubicBezTo>
                  <a:pt x="19684" y="1274980"/>
                  <a:pt x="0" y="1255297"/>
                  <a:pt x="0" y="1231016"/>
                </a:cubicBezTo>
                <a:lnTo>
                  <a:pt x="0" y="43965"/>
                </a:lnTo>
                <a:cubicBezTo>
                  <a:pt x="0" y="19684"/>
                  <a:pt x="19684" y="0"/>
                  <a:pt x="43965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681455" y="7364111"/>
            <a:ext cx="175859" cy="175859"/>
          </a:xfrm>
          <a:custGeom>
            <a:avLst/>
            <a:gdLst/>
            <a:ahLst/>
            <a:cxnLst/>
            <a:rect l="l" t="t" r="r" b="b"/>
            <a:pathLst>
              <a:path w="175859" h="175859">
                <a:moveTo>
                  <a:pt x="43965" y="109912"/>
                </a:moveTo>
                <a:lnTo>
                  <a:pt x="8415" y="109912"/>
                </a:lnTo>
                <a:cubicBezTo>
                  <a:pt x="-137" y="109912"/>
                  <a:pt x="-5393" y="100604"/>
                  <a:pt x="-996" y="93254"/>
                </a:cubicBezTo>
                <a:lnTo>
                  <a:pt x="17174" y="62959"/>
                </a:lnTo>
                <a:cubicBezTo>
                  <a:pt x="20162" y="57979"/>
                  <a:pt x="25520" y="54956"/>
                  <a:pt x="31325" y="54956"/>
                </a:cubicBezTo>
                <a:lnTo>
                  <a:pt x="63955" y="54956"/>
                </a:lnTo>
                <a:cubicBezTo>
                  <a:pt x="90094" y="10682"/>
                  <a:pt x="129078" y="8449"/>
                  <a:pt x="155148" y="12262"/>
                </a:cubicBezTo>
                <a:cubicBezTo>
                  <a:pt x="159544" y="12915"/>
                  <a:pt x="162979" y="16349"/>
                  <a:pt x="163597" y="20712"/>
                </a:cubicBezTo>
                <a:cubicBezTo>
                  <a:pt x="167410" y="46781"/>
                  <a:pt x="165177" y="85766"/>
                  <a:pt x="120903" y="111904"/>
                </a:cubicBezTo>
                <a:lnTo>
                  <a:pt x="120903" y="144534"/>
                </a:lnTo>
                <a:cubicBezTo>
                  <a:pt x="120903" y="150339"/>
                  <a:pt x="117881" y="155697"/>
                  <a:pt x="112900" y="158686"/>
                </a:cubicBezTo>
                <a:lnTo>
                  <a:pt x="82606" y="176855"/>
                </a:lnTo>
                <a:cubicBezTo>
                  <a:pt x="75290" y="181252"/>
                  <a:pt x="65947" y="175962"/>
                  <a:pt x="65947" y="167444"/>
                </a:cubicBezTo>
                <a:lnTo>
                  <a:pt x="65947" y="131895"/>
                </a:lnTo>
                <a:cubicBezTo>
                  <a:pt x="65947" y="119770"/>
                  <a:pt x="56090" y="109912"/>
                  <a:pt x="43965" y="109912"/>
                </a:cubicBezTo>
                <a:lnTo>
                  <a:pt x="43930" y="109912"/>
                </a:lnTo>
                <a:close/>
                <a:moveTo>
                  <a:pt x="137390" y="54956"/>
                </a:moveTo>
                <a:cubicBezTo>
                  <a:pt x="137390" y="45857"/>
                  <a:pt x="130003" y="38469"/>
                  <a:pt x="120903" y="38469"/>
                </a:cubicBezTo>
                <a:cubicBezTo>
                  <a:pt x="111804" y="38469"/>
                  <a:pt x="104416" y="45857"/>
                  <a:pt x="104416" y="54956"/>
                </a:cubicBezTo>
                <a:cubicBezTo>
                  <a:pt x="104416" y="64055"/>
                  <a:pt x="111804" y="71443"/>
                  <a:pt x="120903" y="71443"/>
                </a:cubicBezTo>
                <a:cubicBezTo>
                  <a:pt x="130003" y="71443"/>
                  <a:pt x="137390" y="64055"/>
                  <a:pt x="137390" y="54956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79297" y="7320146"/>
            <a:ext cx="4484414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性能特征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9473" y="7671865"/>
            <a:ext cx="4704238" cy="571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85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支持多线程并行处理，实现数据本地性优化，提供内存管理机制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646219" y="7144287"/>
            <a:ext cx="4990009" cy="1274980"/>
          </a:xfrm>
          <a:custGeom>
            <a:avLst/>
            <a:gdLst/>
            <a:ahLst/>
            <a:cxnLst/>
            <a:rect l="l" t="t" r="r" b="b"/>
            <a:pathLst>
              <a:path w="4990009" h="1274980">
                <a:moveTo>
                  <a:pt x="43965" y="0"/>
                </a:moveTo>
                <a:lnTo>
                  <a:pt x="4902074" y="0"/>
                </a:lnTo>
                <a:cubicBezTo>
                  <a:pt x="4950639" y="0"/>
                  <a:pt x="4990009" y="39370"/>
                  <a:pt x="4990009" y="87935"/>
                </a:cubicBezTo>
                <a:lnTo>
                  <a:pt x="4990009" y="1187045"/>
                </a:lnTo>
                <a:cubicBezTo>
                  <a:pt x="4990009" y="1235610"/>
                  <a:pt x="4950639" y="1274980"/>
                  <a:pt x="4902074" y="1274980"/>
                </a:cubicBezTo>
                <a:lnTo>
                  <a:pt x="43965" y="1274980"/>
                </a:lnTo>
                <a:cubicBezTo>
                  <a:pt x="19684" y="1274980"/>
                  <a:pt x="0" y="1255297"/>
                  <a:pt x="0" y="1231016"/>
                </a:cubicBezTo>
                <a:lnTo>
                  <a:pt x="0" y="43965"/>
                </a:lnTo>
                <a:cubicBezTo>
                  <a:pt x="0" y="19684"/>
                  <a:pt x="19684" y="0"/>
                  <a:pt x="43965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5646219" y="7144287"/>
            <a:ext cx="43965" cy="1274980"/>
          </a:xfrm>
          <a:custGeom>
            <a:avLst/>
            <a:gdLst/>
            <a:ahLst/>
            <a:cxnLst/>
            <a:rect l="l" t="t" r="r" b="b"/>
            <a:pathLst>
              <a:path w="43965" h="1274980">
                <a:moveTo>
                  <a:pt x="43965" y="0"/>
                </a:moveTo>
                <a:lnTo>
                  <a:pt x="43965" y="0"/>
                </a:lnTo>
                <a:lnTo>
                  <a:pt x="43965" y="1274980"/>
                </a:lnTo>
                <a:lnTo>
                  <a:pt x="43965" y="1274980"/>
                </a:lnTo>
                <a:cubicBezTo>
                  <a:pt x="19684" y="1274980"/>
                  <a:pt x="0" y="1255297"/>
                  <a:pt x="0" y="1231016"/>
                </a:cubicBezTo>
                <a:lnTo>
                  <a:pt x="0" y="43965"/>
                </a:lnTo>
                <a:cubicBezTo>
                  <a:pt x="0" y="19684"/>
                  <a:pt x="19684" y="0"/>
                  <a:pt x="43965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5877034" y="7364111"/>
            <a:ext cx="153877" cy="175859"/>
          </a:xfrm>
          <a:custGeom>
            <a:avLst/>
            <a:gdLst/>
            <a:ahLst/>
            <a:cxnLst/>
            <a:rect l="l" t="t" r="r" b="b"/>
            <a:pathLst>
              <a:path w="153877" h="175859">
                <a:moveTo>
                  <a:pt x="57704" y="10991"/>
                </a:moveTo>
                <a:lnTo>
                  <a:pt x="8243" y="10991"/>
                </a:lnTo>
                <a:cubicBezTo>
                  <a:pt x="3675" y="10991"/>
                  <a:pt x="0" y="14666"/>
                  <a:pt x="0" y="19235"/>
                </a:cubicBezTo>
                <a:lnTo>
                  <a:pt x="0" y="68695"/>
                </a:lnTo>
                <a:cubicBezTo>
                  <a:pt x="0" y="72027"/>
                  <a:pt x="1992" y="75049"/>
                  <a:pt x="5083" y="76320"/>
                </a:cubicBezTo>
                <a:cubicBezTo>
                  <a:pt x="8175" y="77591"/>
                  <a:pt x="11713" y="76870"/>
                  <a:pt x="14082" y="74534"/>
                </a:cubicBezTo>
                <a:lnTo>
                  <a:pt x="27822" y="60795"/>
                </a:lnTo>
                <a:lnTo>
                  <a:pt x="54956" y="87930"/>
                </a:lnTo>
                <a:lnTo>
                  <a:pt x="27822" y="115064"/>
                </a:lnTo>
                <a:lnTo>
                  <a:pt x="14082" y="101325"/>
                </a:lnTo>
                <a:cubicBezTo>
                  <a:pt x="11713" y="98955"/>
                  <a:pt x="8175" y="98268"/>
                  <a:pt x="5083" y="99539"/>
                </a:cubicBezTo>
                <a:cubicBezTo>
                  <a:pt x="1992" y="100810"/>
                  <a:pt x="0" y="103833"/>
                  <a:pt x="0" y="107164"/>
                </a:cubicBezTo>
                <a:lnTo>
                  <a:pt x="0" y="156625"/>
                </a:lnTo>
                <a:cubicBezTo>
                  <a:pt x="0" y="161193"/>
                  <a:pt x="3675" y="164868"/>
                  <a:pt x="8243" y="164868"/>
                </a:cubicBezTo>
                <a:lnTo>
                  <a:pt x="57704" y="164868"/>
                </a:lnTo>
                <a:cubicBezTo>
                  <a:pt x="61036" y="164868"/>
                  <a:pt x="64058" y="162876"/>
                  <a:pt x="65329" y="159785"/>
                </a:cubicBezTo>
                <a:cubicBezTo>
                  <a:pt x="66600" y="156693"/>
                  <a:pt x="65913" y="153156"/>
                  <a:pt x="63543" y="150786"/>
                </a:cubicBezTo>
                <a:lnTo>
                  <a:pt x="49804" y="137047"/>
                </a:lnTo>
                <a:lnTo>
                  <a:pt x="76938" y="109912"/>
                </a:lnTo>
                <a:lnTo>
                  <a:pt x="104073" y="137047"/>
                </a:lnTo>
                <a:lnTo>
                  <a:pt x="90334" y="150786"/>
                </a:lnTo>
                <a:cubicBezTo>
                  <a:pt x="87964" y="153156"/>
                  <a:pt x="87277" y="156693"/>
                  <a:pt x="88548" y="159785"/>
                </a:cubicBezTo>
                <a:cubicBezTo>
                  <a:pt x="89819" y="162876"/>
                  <a:pt x="92841" y="164868"/>
                  <a:pt x="96173" y="164868"/>
                </a:cubicBezTo>
                <a:lnTo>
                  <a:pt x="145634" y="164868"/>
                </a:lnTo>
                <a:cubicBezTo>
                  <a:pt x="150202" y="164868"/>
                  <a:pt x="153877" y="161193"/>
                  <a:pt x="153877" y="156625"/>
                </a:cubicBezTo>
                <a:lnTo>
                  <a:pt x="153877" y="107164"/>
                </a:lnTo>
                <a:cubicBezTo>
                  <a:pt x="153877" y="103833"/>
                  <a:pt x="151885" y="100810"/>
                  <a:pt x="148794" y="99539"/>
                </a:cubicBezTo>
                <a:cubicBezTo>
                  <a:pt x="145702" y="98268"/>
                  <a:pt x="142164" y="98955"/>
                  <a:pt x="139794" y="101325"/>
                </a:cubicBezTo>
                <a:lnTo>
                  <a:pt x="126055" y="115064"/>
                </a:lnTo>
                <a:lnTo>
                  <a:pt x="98921" y="87930"/>
                </a:lnTo>
                <a:lnTo>
                  <a:pt x="126055" y="60795"/>
                </a:lnTo>
                <a:lnTo>
                  <a:pt x="139794" y="74534"/>
                </a:lnTo>
                <a:cubicBezTo>
                  <a:pt x="142164" y="76904"/>
                  <a:pt x="145702" y="77591"/>
                  <a:pt x="148794" y="76320"/>
                </a:cubicBezTo>
                <a:cubicBezTo>
                  <a:pt x="151885" y="75049"/>
                  <a:pt x="153877" y="72027"/>
                  <a:pt x="153877" y="68695"/>
                </a:cubicBezTo>
                <a:lnTo>
                  <a:pt x="153877" y="19235"/>
                </a:lnTo>
                <a:cubicBezTo>
                  <a:pt x="153877" y="14666"/>
                  <a:pt x="150202" y="10991"/>
                  <a:pt x="145634" y="10991"/>
                </a:cubicBezTo>
                <a:lnTo>
                  <a:pt x="96173" y="10991"/>
                </a:lnTo>
                <a:cubicBezTo>
                  <a:pt x="92841" y="10991"/>
                  <a:pt x="89819" y="12983"/>
                  <a:pt x="88548" y="16075"/>
                </a:cubicBezTo>
                <a:cubicBezTo>
                  <a:pt x="87277" y="19166"/>
                  <a:pt x="87998" y="22704"/>
                  <a:pt x="90334" y="25074"/>
                </a:cubicBezTo>
                <a:lnTo>
                  <a:pt x="104073" y="38813"/>
                </a:lnTo>
                <a:lnTo>
                  <a:pt x="76938" y="65947"/>
                </a:lnTo>
                <a:lnTo>
                  <a:pt x="49804" y="38813"/>
                </a:lnTo>
                <a:lnTo>
                  <a:pt x="63543" y="25074"/>
                </a:lnTo>
                <a:cubicBezTo>
                  <a:pt x="65913" y="22704"/>
                  <a:pt x="66600" y="19166"/>
                  <a:pt x="65329" y="16075"/>
                </a:cubicBezTo>
                <a:cubicBezTo>
                  <a:pt x="64058" y="12983"/>
                  <a:pt x="61036" y="10991"/>
                  <a:pt x="57704" y="10991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6063885" y="7320146"/>
            <a:ext cx="4484414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架构优势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844061" y="7671865"/>
            <a:ext cx="4704238" cy="285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85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弹性伸缩、快速响应、精确控制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830807" y="7144287"/>
            <a:ext cx="4990009" cy="1274980"/>
          </a:xfrm>
          <a:custGeom>
            <a:avLst/>
            <a:gdLst/>
            <a:ahLst/>
            <a:cxnLst/>
            <a:rect l="l" t="t" r="r" b="b"/>
            <a:pathLst>
              <a:path w="4990009" h="1274980">
                <a:moveTo>
                  <a:pt x="43965" y="0"/>
                </a:moveTo>
                <a:lnTo>
                  <a:pt x="4902074" y="0"/>
                </a:lnTo>
                <a:cubicBezTo>
                  <a:pt x="4950639" y="0"/>
                  <a:pt x="4990009" y="39370"/>
                  <a:pt x="4990009" y="87935"/>
                </a:cubicBezTo>
                <a:lnTo>
                  <a:pt x="4990009" y="1187045"/>
                </a:lnTo>
                <a:cubicBezTo>
                  <a:pt x="4990009" y="1235610"/>
                  <a:pt x="4950639" y="1274980"/>
                  <a:pt x="4902074" y="1274980"/>
                </a:cubicBezTo>
                <a:lnTo>
                  <a:pt x="43965" y="1274980"/>
                </a:lnTo>
                <a:cubicBezTo>
                  <a:pt x="19684" y="1274980"/>
                  <a:pt x="0" y="1255297"/>
                  <a:pt x="0" y="1231016"/>
                </a:cubicBezTo>
                <a:lnTo>
                  <a:pt x="0" y="43965"/>
                </a:lnTo>
                <a:cubicBezTo>
                  <a:pt x="0" y="19684"/>
                  <a:pt x="19684" y="0"/>
                  <a:pt x="43965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10830807" y="7144287"/>
            <a:ext cx="43965" cy="1274980"/>
          </a:xfrm>
          <a:custGeom>
            <a:avLst/>
            <a:gdLst/>
            <a:ahLst/>
            <a:cxnLst/>
            <a:rect l="l" t="t" r="r" b="b"/>
            <a:pathLst>
              <a:path w="43965" h="1274980">
                <a:moveTo>
                  <a:pt x="43965" y="0"/>
                </a:moveTo>
                <a:lnTo>
                  <a:pt x="43965" y="0"/>
                </a:lnTo>
                <a:lnTo>
                  <a:pt x="43965" y="1274980"/>
                </a:lnTo>
                <a:lnTo>
                  <a:pt x="43965" y="1274980"/>
                </a:lnTo>
                <a:cubicBezTo>
                  <a:pt x="19684" y="1274980"/>
                  <a:pt x="0" y="1255297"/>
                  <a:pt x="0" y="1231016"/>
                </a:cubicBezTo>
                <a:lnTo>
                  <a:pt x="0" y="43965"/>
                </a:lnTo>
                <a:cubicBezTo>
                  <a:pt x="0" y="19684"/>
                  <a:pt x="19684" y="0"/>
                  <a:pt x="43965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11072614" y="7364111"/>
            <a:ext cx="131895" cy="175859"/>
          </a:xfrm>
          <a:custGeom>
            <a:avLst/>
            <a:gdLst/>
            <a:ahLst/>
            <a:cxnLst/>
            <a:rect l="l" t="t" r="r" b="b"/>
            <a:pathLst>
              <a:path w="131895" h="175859">
                <a:moveTo>
                  <a:pt x="100604" y="131895"/>
                </a:moveTo>
                <a:cubicBezTo>
                  <a:pt x="103111" y="124235"/>
                  <a:pt x="108126" y="117297"/>
                  <a:pt x="113793" y="111320"/>
                </a:cubicBezTo>
                <a:cubicBezTo>
                  <a:pt x="125025" y="99505"/>
                  <a:pt x="131895" y="83533"/>
                  <a:pt x="131895" y="65947"/>
                </a:cubicBezTo>
                <a:cubicBezTo>
                  <a:pt x="131895" y="29539"/>
                  <a:pt x="102356" y="0"/>
                  <a:pt x="65947" y="0"/>
                </a:cubicBezTo>
                <a:cubicBezTo>
                  <a:pt x="29539" y="0"/>
                  <a:pt x="0" y="29539"/>
                  <a:pt x="0" y="65947"/>
                </a:cubicBezTo>
                <a:cubicBezTo>
                  <a:pt x="0" y="83533"/>
                  <a:pt x="6870" y="99505"/>
                  <a:pt x="18101" y="111320"/>
                </a:cubicBezTo>
                <a:cubicBezTo>
                  <a:pt x="23768" y="117297"/>
                  <a:pt x="28818" y="124235"/>
                  <a:pt x="31291" y="131895"/>
                </a:cubicBezTo>
                <a:lnTo>
                  <a:pt x="100570" y="131895"/>
                </a:lnTo>
                <a:close/>
                <a:moveTo>
                  <a:pt x="98921" y="148381"/>
                </a:moveTo>
                <a:lnTo>
                  <a:pt x="32974" y="148381"/>
                </a:lnTo>
                <a:lnTo>
                  <a:pt x="32974" y="153877"/>
                </a:lnTo>
                <a:cubicBezTo>
                  <a:pt x="32974" y="169059"/>
                  <a:pt x="45270" y="181355"/>
                  <a:pt x="60452" y="181355"/>
                </a:cubicBezTo>
                <a:lnTo>
                  <a:pt x="71443" y="181355"/>
                </a:lnTo>
                <a:cubicBezTo>
                  <a:pt x="86624" y="181355"/>
                  <a:pt x="98921" y="169059"/>
                  <a:pt x="98921" y="153877"/>
                </a:cubicBezTo>
                <a:lnTo>
                  <a:pt x="98921" y="148381"/>
                </a:lnTo>
                <a:close/>
                <a:moveTo>
                  <a:pt x="63199" y="38469"/>
                </a:moveTo>
                <a:cubicBezTo>
                  <a:pt x="49529" y="38469"/>
                  <a:pt x="38469" y="49529"/>
                  <a:pt x="38469" y="63199"/>
                </a:cubicBezTo>
                <a:cubicBezTo>
                  <a:pt x="38469" y="67768"/>
                  <a:pt x="34794" y="71443"/>
                  <a:pt x="30226" y="71443"/>
                </a:cubicBezTo>
                <a:cubicBezTo>
                  <a:pt x="25658" y="71443"/>
                  <a:pt x="21982" y="67768"/>
                  <a:pt x="21982" y="63199"/>
                </a:cubicBezTo>
                <a:cubicBezTo>
                  <a:pt x="21982" y="40427"/>
                  <a:pt x="40427" y="21982"/>
                  <a:pt x="63199" y="21982"/>
                </a:cubicBezTo>
                <a:cubicBezTo>
                  <a:pt x="67768" y="21982"/>
                  <a:pt x="71443" y="25658"/>
                  <a:pt x="71443" y="30226"/>
                </a:cubicBezTo>
                <a:cubicBezTo>
                  <a:pt x="71443" y="34794"/>
                  <a:pt x="67768" y="38469"/>
                  <a:pt x="63199" y="38469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11248473" y="7320146"/>
            <a:ext cx="4484414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设计亮点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028649" y="7671865"/>
            <a:ext cx="4704238" cy="285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85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直接 Pod 管理避免了副本数调整延迟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geeksforgeeks.org/9c256f8213ccfb1ab05316581aa311e5557b82ea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8969" b="8969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/>
              </a:gs>
              <a:gs pos="50000">
                <a:srgbClr val="1A202C">
                  <a:alpha val="90000"/>
                </a:srgbClr>
              </a:gs>
              <a:gs pos="100000">
                <a:srgbClr val="1A202C">
                  <a:alpha val="6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33400" y="2928938"/>
            <a:ext cx="2070100" cy="558800"/>
          </a:xfrm>
          <a:custGeom>
            <a:avLst/>
            <a:gdLst/>
            <a:ahLst/>
            <a:cxnLst/>
            <a:rect l="l" t="t" r="r" b="b"/>
            <a:pathLst>
              <a:path w="2070100" h="558800">
                <a:moveTo>
                  <a:pt x="0" y="0"/>
                </a:moveTo>
                <a:lnTo>
                  <a:pt x="2070100" y="0"/>
                </a:lnTo>
                <a:lnTo>
                  <a:pt x="20701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533400" y="2928938"/>
            <a:ext cx="50800" cy="558800"/>
          </a:xfrm>
          <a:custGeom>
            <a:avLst/>
            <a:gdLst/>
            <a:ahLst/>
            <a:cxnLst/>
            <a:rect l="l" t="t" r="r" b="b"/>
            <a:pathLst>
              <a:path w="50800" h="558800">
                <a:moveTo>
                  <a:pt x="0" y="0"/>
                </a:moveTo>
                <a:lnTo>
                  <a:pt x="50800" y="0"/>
                </a:lnTo>
                <a:lnTo>
                  <a:pt x="50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62000" y="3030538"/>
            <a:ext cx="1765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kern="0" spc="10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792538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任务提交流程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240338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508000" y="5595938"/>
            <a:ext cx="154305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从镜像构建到任务执行的完整路径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SUBMISSION WORKFLOW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任务提交流程概览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20700" y="2044700"/>
            <a:ext cx="3632200" cy="2743200"/>
          </a:xfrm>
          <a:custGeom>
            <a:avLst/>
            <a:gdLst/>
            <a:ahLst/>
            <a:cxnLst/>
            <a:rect l="l" t="t" r="r" b="b"/>
            <a:pathLst>
              <a:path w="3632200" h="2743200">
                <a:moveTo>
                  <a:pt x="101608" y="0"/>
                </a:moveTo>
                <a:lnTo>
                  <a:pt x="3530592" y="0"/>
                </a:lnTo>
                <a:cubicBezTo>
                  <a:pt x="3586708" y="0"/>
                  <a:pt x="3632200" y="45492"/>
                  <a:pt x="3632200" y="101608"/>
                </a:cubicBezTo>
                <a:lnTo>
                  <a:pt x="3632200" y="2641592"/>
                </a:lnTo>
                <a:cubicBezTo>
                  <a:pt x="3632200" y="2697708"/>
                  <a:pt x="3586708" y="2743200"/>
                  <a:pt x="3530592" y="2743200"/>
                </a:cubicBezTo>
                <a:lnTo>
                  <a:pt x="101608" y="2743200"/>
                </a:lnTo>
                <a:cubicBezTo>
                  <a:pt x="45492" y="2743200"/>
                  <a:pt x="0" y="2697708"/>
                  <a:pt x="0" y="26415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2032000" y="2311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2276872" y="2413000"/>
            <a:ext cx="266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0250" y="3073400"/>
            <a:ext cx="3213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用户提交任务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6600" y="3530600"/>
            <a:ext cx="3200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在客户端执行 </a:t>
            </a:r>
            <a:r>
              <a:rPr lang="en-US" sz="140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spark-submit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命令提交 Spark 应用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81500" y="2044700"/>
            <a:ext cx="3632200" cy="2743200"/>
          </a:xfrm>
          <a:custGeom>
            <a:avLst/>
            <a:gdLst/>
            <a:ahLst/>
            <a:cxnLst/>
            <a:rect l="l" t="t" r="r" b="b"/>
            <a:pathLst>
              <a:path w="3632200" h="2743200">
                <a:moveTo>
                  <a:pt x="101608" y="0"/>
                </a:moveTo>
                <a:lnTo>
                  <a:pt x="3530592" y="0"/>
                </a:lnTo>
                <a:cubicBezTo>
                  <a:pt x="3586708" y="0"/>
                  <a:pt x="3632200" y="45492"/>
                  <a:pt x="3632200" y="101608"/>
                </a:cubicBezTo>
                <a:lnTo>
                  <a:pt x="3632200" y="2641592"/>
                </a:lnTo>
                <a:cubicBezTo>
                  <a:pt x="3632200" y="2697708"/>
                  <a:pt x="3586708" y="2743200"/>
                  <a:pt x="3530592" y="2743200"/>
                </a:cubicBezTo>
                <a:lnTo>
                  <a:pt x="101608" y="2743200"/>
                </a:lnTo>
                <a:cubicBezTo>
                  <a:pt x="45492" y="2743200"/>
                  <a:pt x="0" y="2697708"/>
                  <a:pt x="0" y="26415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892800" y="2311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111875" y="2413000"/>
            <a:ext cx="317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91050" y="3073400"/>
            <a:ext cx="3213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Driver Pod 创建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97400" y="3530600"/>
            <a:ext cx="32004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SparkSubmit 通过 Kubernetes Client 向 API Server 发起请求，创建 Driver Pod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42300" y="2044700"/>
            <a:ext cx="3632200" cy="2743200"/>
          </a:xfrm>
          <a:custGeom>
            <a:avLst/>
            <a:gdLst/>
            <a:ahLst/>
            <a:cxnLst/>
            <a:rect l="l" t="t" r="r" b="b"/>
            <a:pathLst>
              <a:path w="3632200" h="2743200">
                <a:moveTo>
                  <a:pt x="101608" y="0"/>
                </a:moveTo>
                <a:lnTo>
                  <a:pt x="3530592" y="0"/>
                </a:lnTo>
                <a:cubicBezTo>
                  <a:pt x="3586708" y="0"/>
                  <a:pt x="3632200" y="45492"/>
                  <a:pt x="3632200" y="101608"/>
                </a:cubicBezTo>
                <a:lnTo>
                  <a:pt x="3632200" y="2641592"/>
                </a:lnTo>
                <a:cubicBezTo>
                  <a:pt x="3632200" y="2697708"/>
                  <a:pt x="3586708" y="2743200"/>
                  <a:pt x="3530592" y="2743200"/>
                </a:cubicBezTo>
                <a:lnTo>
                  <a:pt x="101608" y="2743200"/>
                </a:lnTo>
                <a:cubicBezTo>
                  <a:pt x="45492" y="2743200"/>
                  <a:pt x="0" y="2697708"/>
                  <a:pt x="0" y="26415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9753600" y="2311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968706" y="2413000"/>
            <a:ext cx="330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1850" y="3073400"/>
            <a:ext cx="3213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Executor 资源申请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58200" y="3530600"/>
            <a:ext cx="32004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Driver Pod 启动后，通过 API Server 按需动态申请 Executor Pod 资源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103100" y="2044700"/>
            <a:ext cx="3632200" cy="2743200"/>
          </a:xfrm>
          <a:custGeom>
            <a:avLst/>
            <a:gdLst/>
            <a:ahLst/>
            <a:cxnLst/>
            <a:rect l="l" t="t" r="r" b="b"/>
            <a:pathLst>
              <a:path w="3632200" h="2743200">
                <a:moveTo>
                  <a:pt x="101608" y="0"/>
                </a:moveTo>
                <a:lnTo>
                  <a:pt x="3530592" y="0"/>
                </a:lnTo>
                <a:cubicBezTo>
                  <a:pt x="3586708" y="0"/>
                  <a:pt x="3632200" y="45492"/>
                  <a:pt x="3632200" y="101608"/>
                </a:cubicBezTo>
                <a:lnTo>
                  <a:pt x="3632200" y="2641592"/>
                </a:lnTo>
                <a:cubicBezTo>
                  <a:pt x="3632200" y="2697708"/>
                  <a:pt x="3586708" y="2743200"/>
                  <a:pt x="3530592" y="2743200"/>
                </a:cubicBezTo>
                <a:lnTo>
                  <a:pt x="101608" y="2743200"/>
                </a:lnTo>
                <a:cubicBezTo>
                  <a:pt x="45492" y="2743200"/>
                  <a:pt x="0" y="2697708"/>
                  <a:pt x="0" y="26415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13614400" y="2311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3829804" y="2413000"/>
            <a:ext cx="330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12650" y="3073400"/>
            <a:ext cx="3213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资源清理与状态保留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319000" y="3530600"/>
            <a:ext cx="32004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作业完成后，Driver 清理所有 Executor Pod，Driver Pod 保持 Completed 状态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921500" y="5105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74005" y="207318"/>
                </a:moveTo>
                <a:cubicBezTo>
                  <a:pt x="383307" y="198016"/>
                  <a:pt x="383307" y="182910"/>
                  <a:pt x="374005" y="173608"/>
                </a:cubicBezTo>
                <a:lnTo>
                  <a:pt x="254943" y="54546"/>
                </a:lnTo>
                <a:cubicBezTo>
                  <a:pt x="245641" y="45244"/>
                  <a:pt x="230535" y="45244"/>
                  <a:pt x="221233" y="54546"/>
                </a:cubicBezTo>
                <a:cubicBezTo>
                  <a:pt x="211931" y="63847"/>
                  <a:pt x="211931" y="78953"/>
                  <a:pt x="221233" y="88255"/>
                </a:cubicBezTo>
                <a:lnTo>
                  <a:pt x="299665" y="166688"/>
                </a:lnTo>
                <a:lnTo>
                  <a:pt x="23812" y="166688"/>
                </a:ln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299665" y="214313"/>
                </a:lnTo>
                <a:lnTo>
                  <a:pt x="221233" y="292745"/>
                </a:lnTo>
                <a:cubicBezTo>
                  <a:pt x="211931" y="302047"/>
                  <a:pt x="211931" y="317153"/>
                  <a:pt x="221233" y="326454"/>
                </a:cubicBezTo>
                <a:cubicBezTo>
                  <a:pt x="230535" y="335756"/>
                  <a:pt x="245641" y="335756"/>
                  <a:pt x="254943" y="326454"/>
                </a:cubicBezTo>
                <a:lnTo>
                  <a:pt x="374005" y="207392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7600950" y="5105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74005" y="207318"/>
                </a:moveTo>
                <a:cubicBezTo>
                  <a:pt x="383307" y="198016"/>
                  <a:pt x="383307" y="182910"/>
                  <a:pt x="374005" y="173608"/>
                </a:cubicBezTo>
                <a:lnTo>
                  <a:pt x="254943" y="54546"/>
                </a:lnTo>
                <a:cubicBezTo>
                  <a:pt x="245641" y="45244"/>
                  <a:pt x="230535" y="45244"/>
                  <a:pt x="221233" y="54546"/>
                </a:cubicBezTo>
                <a:cubicBezTo>
                  <a:pt x="211931" y="63847"/>
                  <a:pt x="211931" y="78953"/>
                  <a:pt x="221233" y="88255"/>
                </a:cubicBezTo>
                <a:lnTo>
                  <a:pt x="299665" y="166688"/>
                </a:lnTo>
                <a:lnTo>
                  <a:pt x="23812" y="166688"/>
                </a:ln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299665" y="214313"/>
                </a:lnTo>
                <a:lnTo>
                  <a:pt x="221233" y="292745"/>
                </a:lnTo>
                <a:cubicBezTo>
                  <a:pt x="211931" y="302047"/>
                  <a:pt x="211931" y="317153"/>
                  <a:pt x="221233" y="326454"/>
                </a:cubicBezTo>
                <a:cubicBezTo>
                  <a:pt x="230535" y="335756"/>
                  <a:pt x="245641" y="335756"/>
                  <a:pt x="254943" y="326454"/>
                </a:cubicBezTo>
                <a:lnTo>
                  <a:pt x="374005" y="207392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280400" y="5105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74005" y="207318"/>
                </a:moveTo>
                <a:cubicBezTo>
                  <a:pt x="383307" y="198016"/>
                  <a:pt x="383307" y="182910"/>
                  <a:pt x="374005" y="173608"/>
                </a:cubicBezTo>
                <a:lnTo>
                  <a:pt x="254943" y="54546"/>
                </a:lnTo>
                <a:cubicBezTo>
                  <a:pt x="245641" y="45244"/>
                  <a:pt x="230535" y="45244"/>
                  <a:pt x="221233" y="54546"/>
                </a:cubicBezTo>
                <a:cubicBezTo>
                  <a:pt x="211931" y="63847"/>
                  <a:pt x="211931" y="78953"/>
                  <a:pt x="221233" y="88255"/>
                </a:cubicBezTo>
                <a:lnTo>
                  <a:pt x="299665" y="166688"/>
                </a:lnTo>
                <a:lnTo>
                  <a:pt x="23812" y="166688"/>
                </a:ln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299665" y="214313"/>
                </a:lnTo>
                <a:lnTo>
                  <a:pt x="221233" y="292745"/>
                </a:lnTo>
                <a:cubicBezTo>
                  <a:pt x="211931" y="302047"/>
                  <a:pt x="211931" y="317153"/>
                  <a:pt x="221233" y="326454"/>
                </a:cubicBezTo>
                <a:cubicBezTo>
                  <a:pt x="230535" y="335756"/>
                  <a:pt x="245641" y="335756"/>
                  <a:pt x="254943" y="326454"/>
                </a:cubicBezTo>
                <a:lnTo>
                  <a:pt x="374005" y="207392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959850" y="5105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74005" y="207318"/>
                </a:moveTo>
                <a:cubicBezTo>
                  <a:pt x="383307" y="198016"/>
                  <a:pt x="383307" y="182910"/>
                  <a:pt x="374005" y="173608"/>
                </a:cubicBezTo>
                <a:lnTo>
                  <a:pt x="254943" y="54546"/>
                </a:lnTo>
                <a:cubicBezTo>
                  <a:pt x="245641" y="45244"/>
                  <a:pt x="230535" y="45244"/>
                  <a:pt x="221233" y="54546"/>
                </a:cubicBezTo>
                <a:cubicBezTo>
                  <a:pt x="211931" y="63847"/>
                  <a:pt x="211931" y="78953"/>
                  <a:pt x="221233" y="88255"/>
                </a:cubicBezTo>
                <a:lnTo>
                  <a:pt x="299665" y="166688"/>
                </a:lnTo>
                <a:lnTo>
                  <a:pt x="23812" y="166688"/>
                </a:ln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299665" y="214313"/>
                </a:lnTo>
                <a:lnTo>
                  <a:pt x="221233" y="292745"/>
                </a:lnTo>
                <a:cubicBezTo>
                  <a:pt x="211931" y="302047"/>
                  <a:pt x="211931" y="317153"/>
                  <a:pt x="221233" y="326454"/>
                </a:cubicBezTo>
                <a:cubicBezTo>
                  <a:pt x="230535" y="335756"/>
                  <a:pt x="245641" y="335756"/>
                  <a:pt x="254943" y="326454"/>
                </a:cubicBezTo>
                <a:lnTo>
                  <a:pt x="374005" y="207392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508000" y="5791200"/>
            <a:ext cx="15240000" cy="2641600"/>
          </a:xfrm>
          <a:custGeom>
            <a:avLst/>
            <a:gdLst/>
            <a:ahLst/>
            <a:cxnLst/>
            <a:rect l="l" t="t" r="r" b="b"/>
            <a:pathLst>
              <a:path w="15240000" h="2641600">
                <a:moveTo>
                  <a:pt x="101596" y="0"/>
                </a:moveTo>
                <a:lnTo>
                  <a:pt x="15138404" y="0"/>
                </a:lnTo>
                <a:cubicBezTo>
                  <a:pt x="15194514" y="0"/>
                  <a:pt x="15240000" y="45486"/>
                  <a:pt x="15240000" y="101596"/>
                </a:cubicBezTo>
                <a:lnTo>
                  <a:pt x="15240000" y="2540004"/>
                </a:lnTo>
                <a:cubicBezTo>
                  <a:pt x="15240000" y="2596114"/>
                  <a:pt x="15194514" y="2641600"/>
                  <a:pt x="15138404" y="2641600"/>
                </a:cubicBezTo>
                <a:lnTo>
                  <a:pt x="101596" y="2641600"/>
                </a:lnTo>
                <a:cubicBezTo>
                  <a:pt x="45486" y="2641600"/>
                  <a:pt x="0" y="2596114"/>
                  <a:pt x="0" y="25400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50900" y="6146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4300" y="38100"/>
                </a:moveTo>
                <a:cubicBezTo>
                  <a:pt x="114300" y="27563"/>
                  <a:pt x="122813" y="19050"/>
                  <a:pt x="133350" y="19050"/>
                </a:cubicBezTo>
                <a:lnTo>
                  <a:pt x="171450" y="19050"/>
                </a:lnTo>
                <a:cubicBezTo>
                  <a:pt x="181987" y="19050"/>
                  <a:pt x="190500" y="27563"/>
                  <a:pt x="190500" y="38100"/>
                </a:cubicBezTo>
                <a:lnTo>
                  <a:pt x="190500" y="76200"/>
                </a:lnTo>
                <a:cubicBezTo>
                  <a:pt x="190500" y="86737"/>
                  <a:pt x="181987" y="95250"/>
                  <a:pt x="171450" y="95250"/>
                </a:cubicBezTo>
                <a:lnTo>
                  <a:pt x="166688" y="95250"/>
                </a:lnTo>
                <a:lnTo>
                  <a:pt x="166688" y="133350"/>
                </a:lnTo>
                <a:lnTo>
                  <a:pt x="238125" y="133350"/>
                </a:lnTo>
                <a:cubicBezTo>
                  <a:pt x="261818" y="133350"/>
                  <a:pt x="280987" y="152519"/>
                  <a:pt x="280987" y="176212"/>
                </a:cubicBezTo>
                <a:lnTo>
                  <a:pt x="280987" y="209550"/>
                </a:lnTo>
                <a:lnTo>
                  <a:pt x="285750" y="209550"/>
                </a:lnTo>
                <a:cubicBezTo>
                  <a:pt x="296287" y="209550"/>
                  <a:pt x="304800" y="218063"/>
                  <a:pt x="304800" y="228600"/>
                </a:cubicBezTo>
                <a:lnTo>
                  <a:pt x="304800" y="266700"/>
                </a:lnTo>
                <a:cubicBezTo>
                  <a:pt x="304800" y="277237"/>
                  <a:pt x="296287" y="285750"/>
                  <a:pt x="285750" y="285750"/>
                </a:cubicBezTo>
                <a:lnTo>
                  <a:pt x="247650" y="285750"/>
                </a:lnTo>
                <a:cubicBezTo>
                  <a:pt x="237113" y="285750"/>
                  <a:pt x="228600" y="277237"/>
                  <a:pt x="228600" y="266700"/>
                </a:cubicBezTo>
                <a:lnTo>
                  <a:pt x="228600" y="228600"/>
                </a:lnTo>
                <a:cubicBezTo>
                  <a:pt x="228600" y="218063"/>
                  <a:pt x="237113" y="209550"/>
                  <a:pt x="247650" y="209550"/>
                </a:cubicBezTo>
                <a:lnTo>
                  <a:pt x="252413" y="209550"/>
                </a:lnTo>
                <a:lnTo>
                  <a:pt x="252413" y="176212"/>
                </a:lnTo>
                <a:cubicBezTo>
                  <a:pt x="252413" y="168295"/>
                  <a:pt x="246043" y="161925"/>
                  <a:pt x="238125" y="161925"/>
                </a:cubicBezTo>
                <a:lnTo>
                  <a:pt x="166688" y="161925"/>
                </a:lnTo>
                <a:lnTo>
                  <a:pt x="166688" y="209550"/>
                </a:lnTo>
                <a:lnTo>
                  <a:pt x="171450" y="209550"/>
                </a:lnTo>
                <a:cubicBezTo>
                  <a:pt x="181987" y="209550"/>
                  <a:pt x="190500" y="218063"/>
                  <a:pt x="190500" y="228600"/>
                </a:cubicBezTo>
                <a:lnTo>
                  <a:pt x="190500" y="266700"/>
                </a:lnTo>
                <a:cubicBezTo>
                  <a:pt x="190500" y="277237"/>
                  <a:pt x="181987" y="285750"/>
                  <a:pt x="171450" y="285750"/>
                </a:cubicBezTo>
                <a:lnTo>
                  <a:pt x="133350" y="285750"/>
                </a:lnTo>
                <a:cubicBezTo>
                  <a:pt x="122813" y="285750"/>
                  <a:pt x="114300" y="277237"/>
                  <a:pt x="114300" y="266700"/>
                </a:cubicBezTo>
                <a:lnTo>
                  <a:pt x="114300" y="228600"/>
                </a:lnTo>
                <a:cubicBezTo>
                  <a:pt x="114300" y="218063"/>
                  <a:pt x="122813" y="209550"/>
                  <a:pt x="133350" y="209550"/>
                </a:cubicBezTo>
                <a:lnTo>
                  <a:pt x="138113" y="209550"/>
                </a:lnTo>
                <a:lnTo>
                  <a:pt x="138113" y="161925"/>
                </a:lnTo>
                <a:lnTo>
                  <a:pt x="66675" y="161925"/>
                </a:lnTo>
                <a:cubicBezTo>
                  <a:pt x="58757" y="161925"/>
                  <a:pt x="52388" y="168295"/>
                  <a:pt x="52388" y="176212"/>
                </a:cubicBezTo>
                <a:lnTo>
                  <a:pt x="52388" y="209550"/>
                </a:lnTo>
                <a:lnTo>
                  <a:pt x="57150" y="209550"/>
                </a:lnTo>
                <a:cubicBezTo>
                  <a:pt x="67687" y="209550"/>
                  <a:pt x="76200" y="218063"/>
                  <a:pt x="76200" y="228600"/>
                </a:cubicBezTo>
                <a:lnTo>
                  <a:pt x="76200" y="266700"/>
                </a:lnTo>
                <a:cubicBezTo>
                  <a:pt x="76200" y="277237"/>
                  <a:pt x="67687" y="285750"/>
                  <a:pt x="57150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28600"/>
                </a:lnTo>
                <a:cubicBezTo>
                  <a:pt x="0" y="218063"/>
                  <a:pt x="8513" y="209550"/>
                  <a:pt x="19050" y="209550"/>
                </a:cubicBezTo>
                <a:lnTo>
                  <a:pt x="23813" y="209550"/>
                </a:lnTo>
                <a:lnTo>
                  <a:pt x="23813" y="176212"/>
                </a:lnTo>
                <a:cubicBezTo>
                  <a:pt x="23813" y="152519"/>
                  <a:pt x="42982" y="133350"/>
                  <a:pt x="66675" y="133350"/>
                </a:cubicBezTo>
                <a:lnTo>
                  <a:pt x="138113" y="133350"/>
                </a:lnTo>
                <a:lnTo>
                  <a:pt x="138113" y="95250"/>
                </a:lnTo>
                <a:lnTo>
                  <a:pt x="133350" y="95250"/>
                </a:lnTo>
                <a:cubicBezTo>
                  <a:pt x="122813" y="95250"/>
                  <a:pt x="114300" y="86737"/>
                  <a:pt x="114300" y="76200"/>
                </a:cubicBezTo>
                <a:lnTo>
                  <a:pt x="114300" y="3810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193800" y="6096000"/>
            <a:ext cx="14401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流程交互图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28985" y="67056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101600" y="0"/>
                </a:moveTo>
                <a:lnTo>
                  <a:pt x="914400" y="0"/>
                </a:lnTo>
                <a:cubicBezTo>
                  <a:pt x="970475" y="0"/>
                  <a:pt x="1016000" y="45525"/>
                  <a:pt x="1016000" y="101600"/>
                </a:cubicBezTo>
                <a:lnTo>
                  <a:pt x="1016000" y="914400"/>
                </a:lnTo>
                <a:cubicBezTo>
                  <a:pt x="1016000" y="970475"/>
                  <a:pt x="970475" y="1016000"/>
                  <a:pt x="9144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1249660" y="7023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995" y="88255"/>
                </a:moveTo>
                <a:cubicBezTo>
                  <a:pt x="-2307" y="78953"/>
                  <a:pt x="-2307" y="63847"/>
                  <a:pt x="6995" y="54546"/>
                </a:cubicBezTo>
                <a:cubicBezTo>
                  <a:pt x="16297" y="45244"/>
                  <a:pt x="31403" y="45244"/>
                  <a:pt x="40704" y="54546"/>
                </a:cubicBezTo>
                <a:lnTo>
                  <a:pt x="159767" y="173608"/>
                </a:lnTo>
                <a:cubicBezTo>
                  <a:pt x="169069" y="182910"/>
                  <a:pt x="169069" y="198016"/>
                  <a:pt x="159767" y="207318"/>
                </a:cubicBezTo>
                <a:lnTo>
                  <a:pt x="40704" y="326380"/>
                </a:lnTo>
                <a:cubicBezTo>
                  <a:pt x="31403" y="335682"/>
                  <a:pt x="16297" y="335682"/>
                  <a:pt x="6995" y="326380"/>
                </a:cubicBezTo>
                <a:cubicBezTo>
                  <a:pt x="-2307" y="317078"/>
                  <a:pt x="-2307" y="301972"/>
                  <a:pt x="6995" y="292671"/>
                </a:cubicBezTo>
                <a:lnTo>
                  <a:pt x="109165" y="190500"/>
                </a:lnTo>
                <a:lnTo>
                  <a:pt x="6995" y="88255"/>
                </a:lnTo>
                <a:close/>
                <a:moveTo>
                  <a:pt x="166688" y="285750"/>
                </a:moveTo>
                <a:lnTo>
                  <a:pt x="357188" y="285750"/>
                </a:lnTo>
                <a:cubicBezTo>
                  <a:pt x="370359" y="285750"/>
                  <a:pt x="381000" y="296391"/>
                  <a:pt x="381000" y="309563"/>
                </a:cubicBezTo>
                <a:cubicBezTo>
                  <a:pt x="381000" y="322734"/>
                  <a:pt x="370359" y="333375"/>
                  <a:pt x="357188" y="333375"/>
                </a:cubicBezTo>
                <a:lnTo>
                  <a:pt x="166688" y="333375"/>
                </a:lnTo>
                <a:cubicBezTo>
                  <a:pt x="153516" y="333375"/>
                  <a:pt x="142875" y="322734"/>
                  <a:pt x="142875" y="309563"/>
                </a:cubicBezTo>
                <a:cubicBezTo>
                  <a:pt x="142875" y="296391"/>
                  <a:pt x="153516" y="285750"/>
                  <a:pt x="166688" y="28575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762000" y="7823200"/>
            <a:ext cx="1346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 Submit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518793" y="72263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421630" y="173682"/>
                </a:moveTo>
                <a:cubicBezTo>
                  <a:pt x="430932" y="182984"/>
                  <a:pt x="430932" y="198090"/>
                  <a:pt x="421630" y="207392"/>
                </a:cubicBezTo>
                <a:lnTo>
                  <a:pt x="326380" y="302642"/>
                </a:lnTo>
                <a:cubicBezTo>
                  <a:pt x="319534" y="309488"/>
                  <a:pt x="309339" y="311497"/>
                  <a:pt x="300410" y="307777"/>
                </a:cubicBezTo>
                <a:cubicBezTo>
                  <a:pt x="291480" y="304056"/>
                  <a:pt x="285750" y="295349"/>
                  <a:pt x="285750" y="285750"/>
                </a:cubicBezTo>
                <a:lnTo>
                  <a:pt x="285750" y="238125"/>
                </a:lnTo>
                <a:lnTo>
                  <a:pt x="35719" y="238125"/>
                </a:lnTo>
                <a:cubicBezTo>
                  <a:pt x="15999" y="238125"/>
                  <a:pt x="0" y="222126"/>
                  <a:pt x="0" y="202406"/>
                </a:cubicBezTo>
                <a:lnTo>
                  <a:pt x="0" y="178594"/>
                </a:lnTo>
                <a:cubicBezTo>
                  <a:pt x="0" y="158874"/>
                  <a:pt x="15999" y="142875"/>
                  <a:pt x="35719" y="142875"/>
                </a:cubicBezTo>
                <a:lnTo>
                  <a:pt x="285750" y="142875"/>
                </a:lnTo>
                <a:lnTo>
                  <a:pt x="285750" y="95250"/>
                </a:lnTo>
                <a:cubicBezTo>
                  <a:pt x="285750" y="85651"/>
                  <a:pt x="291554" y="76944"/>
                  <a:pt x="300484" y="73223"/>
                </a:cubicBezTo>
                <a:cubicBezTo>
                  <a:pt x="309414" y="69503"/>
                  <a:pt x="319608" y="71586"/>
                  <a:pt x="326454" y="78358"/>
                </a:cubicBezTo>
                <a:lnTo>
                  <a:pt x="421704" y="173608"/>
                </a:ln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5398591" y="67056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101600" y="0"/>
                </a:moveTo>
                <a:lnTo>
                  <a:pt x="914400" y="0"/>
                </a:lnTo>
                <a:cubicBezTo>
                  <a:pt x="970475" y="0"/>
                  <a:pt x="1016000" y="45525"/>
                  <a:pt x="1016000" y="101600"/>
                </a:cubicBezTo>
                <a:lnTo>
                  <a:pt x="1016000" y="914400"/>
                </a:lnTo>
                <a:cubicBezTo>
                  <a:pt x="1016000" y="970475"/>
                  <a:pt x="970475" y="1016000"/>
                  <a:pt x="9144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5743079" y="70231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47625" y="23812"/>
                </a:moveTo>
                <a:cubicBezTo>
                  <a:pt x="21357" y="23812"/>
                  <a:pt x="0" y="45169"/>
                  <a:pt x="0" y="71438"/>
                </a:cubicBezTo>
                <a:lnTo>
                  <a:pt x="0" y="119063"/>
                </a:lnTo>
                <a:cubicBezTo>
                  <a:pt x="0" y="145331"/>
                  <a:pt x="21357" y="166688"/>
                  <a:pt x="47625" y="166688"/>
                </a:cubicBezTo>
                <a:lnTo>
                  <a:pt x="285750" y="166688"/>
                </a:lnTo>
                <a:cubicBezTo>
                  <a:pt x="312018" y="166688"/>
                  <a:pt x="333375" y="145331"/>
                  <a:pt x="333375" y="119063"/>
                </a:cubicBezTo>
                <a:lnTo>
                  <a:pt x="333375" y="71438"/>
                </a:lnTo>
                <a:cubicBezTo>
                  <a:pt x="333375" y="45169"/>
                  <a:pt x="312018" y="23812"/>
                  <a:pt x="285750" y="23812"/>
                </a:cubicBezTo>
                <a:lnTo>
                  <a:pt x="47625" y="23812"/>
                </a:lnTo>
                <a:close/>
                <a:moveTo>
                  <a:pt x="208359" y="77391"/>
                </a:moveTo>
                <a:cubicBezTo>
                  <a:pt x="218216" y="77391"/>
                  <a:pt x="226219" y="85393"/>
                  <a:pt x="226219" y="95250"/>
                </a:cubicBezTo>
                <a:cubicBezTo>
                  <a:pt x="226219" y="105107"/>
                  <a:pt x="218216" y="113109"/>
                  <a:pt x="208359" y="113109"/>
                </a:cubicBezTo>
                <a:cubicBezTo>
                  <a:pt x="198503" y="113109"/>
                  <a:pt x="190500" y="105107"/>
                  <a:pt x="190500" y="95250"/>
                </a:cubicBezTo>
                <a:cubicBezTo>
                  <a:pt x="190500" y="85393"/>
                  <a:pt x="198503" y="77391"/>
                  <a:pt x="208359" y="77391"/>
                </a:cubicBezTo>
                <a:close/>
                <a:moveTo>
                  <a:pt x="250031" y="95250"/>
                </a:moveTo>
                <a:cubicBezTo>
                  <a:pt x="250031" y="85393"/>
                  <a:pt x="258034" y="77391"/>
                  <a:pt x="267891" y="77391"/>
                </a:cubicBezTo>
                <a:cubicBezTo>
                  <a:pt x="277747" y="77391"/>
                  <a:pt x="285750" y="85393"/>
                  <a:pt x="285750" y="95250"/>
                </a:cubicBezTo>
                <a:cubicBezTo>
                  <a:pt x="285750" y="105107"/>
                  <a:pt x="277747" y="113109"/>
                  <a:pt x="267891" y="113109"/>
                </a:cubicBezTo>
                <a:cubicBezTo>
                  <a:pt x="258034" y="113109"/>
                  <a:pt x="250031" y="105107"/>
                  <a:pt x="250031" y="95250"/>
                </a:cubicBezTo>
                <a:close/>
                <a:moveTo>
                  <a:pt x="47625" y="214313"/>
                </a:moveTo>
                <a:cubicBezTo>
                  <a:pt x="21357" y="214313"/>
                  <a:pt x="0" y="235669"/>
                  <a:pt x="0" y="261938"/>
                </a:cubicBezTo>
                <a:lnTo>
                  <a:pt x="0" y="309563"/>
                </a:lnTo>
                <a:cubicBezTo>
                  <a:pt x="0" y="335831"/>
                  <a:pt x="21357" y="357188"/>
                  <a:pt x="47625" y="357188"/>
                </a:cubicBezTo>
                <a:lnTo>
                  <a:pt x="285750" y="357188"/>
                </a:lnTo>
                <a:cubicBezTo>
                  <a:pt x="312018" y="357188"/>
                  <a:pt x="333375" y="335831"/>
                  <a:pt x="333375" y="309563"/>
                </a:cubicBezTo>
                <a:lnTo>
                  <a:pt x="333375" y="261938"/>
                </a:lnTo>
                <a:cubicBezTo>
                  <a:pt x="333375" y="235669"/>
                  <a:pt x="312018" y="214313"/>
                  <a:pt x="285750" y="214313"/>
                </a:cubicBezTo>
                <a:lnTo>
                  <a:pt x="47625" y="214313"/>
                </a:lnTo>
                <a:close/>
                <a:moveTo>
                  <a:pt x="208359" y="267891"/>
                </a:moveTo>
                <a:cubicBezTo>
                  <a:pt x="218216" y="267891"/>
                  <a:pt x="226219" y="275893"/>
                  <a:pt x="226219" y="285750"/>
                </a:cubicBezTo>
                <a:cubicBezTo>
                  <a:pt x="226219" y="295607"/>
                  <a:pt x="218216" y="303609"/>
                  <a:pt x="208359" y="303609"/>
                </a:cubicBezTo>
                <a:cubicBezTo>
                  <a:pt x="198503" y="303609"/>
                  <a:pt x="190500" y="295607"/>
                  <a:pt x="190500" y="285750"/>
                </a:cubicBezTo>
                <a:cubicBezTo>
                  <a:pt x="190500" y="275893"/>
                  <a:pt x="198503" y="267891"/>
                  <a:pt x="208359" y="267891"/>
                </a:cubicBezTo>
                <a:close/>
                <a:moveTo>
                  <a:pt x="250031" y="285750"/>
                </a:moveTo>
                <a:cubicBezTo>
                  <a:pt x="250031" y="275893"/>
                  <a:pt x="258034" y="267891"/>
                  <a:pt x="267891" y="267891"/>
                </a:cubicBezTo>
                <a:cubicBezTo>
                  <a:pt x="277747" y="267891"/>
                  <a:pt x="285750" y="275893"/>
                  <a:pt x="285750" y="285750"/>
                </a:cubicBezTo>
                <a:cubicBezTo>
                  <a:pt x="285750" y="295607"/>
                  <a:pt x="277747" y="303609"/>
                  <a:pt x="267891" y="303609"/>
                </a:cubicBezTo>
                <a:cubicBezTo>
                  <a:pt x="258034" y="303609"/>
                  <a:pt x="250031" y="295607"/>
                  <a:pt x="250031" y="28575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5347791" y="7823200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 Server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872115" y="72263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421630" y="173682"/>
                </a:moveTo>
                <a:cubicBezTo>
                  <a:pt x="430932" y="182984"/>
                  <a:pt x="430932" y="198090"/>
                  <a:pt x="421630" y="207392"/>
                </a:cubicBezTo>
                <a:lnTo>
                  <a:pt x="326380" y="302642"/>
                </a:lnTo>
                <a:cubicBezTo>
                  <a:pt x="319534" y="309488"/>
                  <a:pt x="309339" y="311497"/>
                  <a:pt x="300410" y="307777"/>
                </a:cubicBezTo>
                <a:cubicBezTo>
                  <a:pt x="291480" y="304056"/>
                  <a:pt x="285750" y="295349"/>
                  <a:pt x="285750" y="285750"/>
                </a:cubicBezTo>
                <a:lnTo>
                  <a:pt x="285750" y="238125"/>
                </a:lnTo>
                <a:lnTo>
                  <a:pt x="35719" y="238125"/>
                </a:lnTo>
                <a:cubicBezTo>
                  <a:pt x="15999" y="238125"/>
                  <a:pt x="0" y="222126"/>
                  <a:pt x="0" y="202406"/>
                </a:cubicBezTo>
                <a:lnTo>
                  <a:pt x="0" y="178594"/>
                </a:lnTo>
                <a:cubicBezTo>
                  <a:pt x="0" y="158874"/>
                  <a:pt x="15999" y="142875"/>
                  <a:pt x="35719" y="142875"/>
                </a:cubicBezTo>
                <a:lnTo>
                  <a:pt x="285750" y="142875"/>
                </a:lnTo>
                <a:lnTo>
                  <a:pt x="285750" y="95250"/>
                </a:lnTo>
                <a:cubicBezTo>
                  <a:pt x="285750" y="85651"/>
                  <a:pt x="291554" y="76944"/>
                  <a:pt x="300484" y="73223"/>
                </a:cubicBezTo>
                <a:cubicBezTo>
                  <a:pt x="309414" y="69503"/>
                  <a:pt x="319608" y="71586"/>
                  <a:pt x="326454" y="78358"/>
                </a:cubicBezTo>
                <a:lnTo>
                  <a:pt x="421704" y="173608"/>
                </a:ln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9751913" y="67056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101600" y="0"/>
                </a:moveTo>
                <a:lnTo>
                  <a:pt x="914400" y="0"/>
                </a:lnTo>
                <a:cubicBezTo>
                  <a:pt x="970475" y="0"/>
                  <a:pt x="1016000" y="45525"/>
                  <a:pt x="1016000" y="101600"/>
                </a:cubicBezTo>
                <a:lnTo>
                  <a:pt x="1016000" y="914400"/>
                </a:lnTo>
                <a:cubicBezTo>
                  <a:pt x="1016000" y="970475"/>
                  <a:pt x="970475" y="1016000"/>
                  <a:pt x="9144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10096401" y="70231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66688" y="184547"/>
                </a:moveTo>
                <a:cubicBezTo>
                  <a:pt x="117403" y="184547"/>
                  <a:pt x="77391" y="144534"/>
                  <a:pt x="77391" y="95250"/>
                </a:cubicBezTo>
                <a:cubicBezTo>
                  <a:pt x="77391" y="45966"/>
                  <a:pt x="117403" y="5953"/>
                  <a:pt x="166687" y="5953"/>
                </a:cubicBezTo>
                <a:cubicBezTo>
                  <a:pt x="215972" y="5953"/>
                  <a:pt x="255984" y="45966"/>
                  <a:pt x="255984" y="95250"/>
                </a:cubicBezTo>
                <a:cubicBezTo>
                  <a:pt x="255984" y="144534"/>
                  <a:pt x="215972" y="184547"/>
                  <a:pt x="166688" y="184547"/>
                </a:cubicBezTo>
                <a:close/>
                <a:moveTo>
                  <a:pt x="143991" y="226219"/>
                </a:moveTo>
                <a:lnTo>
                  <a:pt x="189384" y="226219"/>
                </a:lnTo>
                <a:cubicBezTo>
                  <a:pt x="196602" y="226219"/>
                  <a:pt x="202406" y="232023"/>
                  <a:pt x="202406" y="239241"/>
                </a:cubicBezTo>
                <a:cubicBezTo>
                  <a:pt x="202406" y="242367"/>
                  <a:pt x="201290" y="245343"/>
                  <a:pt x="199281" y="247724"/>
                </a:cubicBezTo>
                <a:lnTo>
                  <a:pt x="178891" y="271537"/>
                </a:lnTo>
                <a:lnTo>
                  <a:pt x="201960" y="357188"/>
                </a:lnTo>
                <a:lnTo>
                  <a:pt x="202406" y="357188"/>
                </a:lnTo>
                <a:lnTo>
                  <a:pt x="228154" y="254124"/>
                </a:lnTo>
                <a:cubicBezTo>
                  <a:pt x="229791" y="247650"/>
                  <a:pt x="236413" y="243706"/>
                  <a:pt x="242664" y="246087"/>
                </a:cubicBezTo>
                <a:cubicBezTo>
                  <a:pt x="288727" y="263649"/>
                  <a:pt x="321469" y="308297"/>
                  <a:pt x="321469" y="360536"/>
                </a:cubicBezTo>
                <a:cubicBezTo>
                  <a:pt x="321469" y="371773"/>
                  <a:pt x="312316" y="380926"/>
                  <a:pt x="301079" y="380926"/>
                </a:cubicBezTo>
                <a:lnTo>
                  <a:pt x="32296" y="381000"/>
                </a:lnTo>
                <a:cubicBezTo>
                  <a:pt x="21059" y="381000"/>
                  <a:pt x="11906" y="371847"/>
                  <a:pt x="11906" y="360611"/>
                </a:cubicBezTo>
                <a:cubicBezTo>
                  <a:pt x="11906" y="308372"/>
                  <a:pt x="44648" y="263723"/>
                  <a:pt x="90711" y="246162"/>
                </a:cubicBezTo>
                <a:cubicBezTo>
                  <a:pt x="96962" y="243780"/>
                  <a:pt x="103584" y="247724"/>
                  <a:pt x="105221" y="254198"/>
                </a:cubicBezTo>
                <a:lnTo>
                  <a:pt x="130969" y="357262"/>
                </a:lnTo>
                <a:lnTo>
                  <a:pt x="131415" y="357262"/>
                </a:lnTo>
                <a:lnTo>
                  <a:pt x="154484" y="271611"/>
                </a:lnTo>
                <a:lnTo>
                  <a:pt x="134094" y="247799"/>
                </a:lnTo>
                <a:cubicBezTo>
                  <a:pt x="132085" y="245418"/>
                  <a:pt x="130969" y="242441"/>
                  <a:pt x="130969" y="239316"/>
                </a:cubicBezTo>
                <a:cubicBezTo>
                  <a:pt x="130969" y="232097"/>
                  <a:pt x="136773" y="226293"/>
                  <a:pt x="143991" y="226293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9701113" y="7823200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Driver Pod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2225437" y="72263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421630" y="173682"/>
                </a:moveTo>
                <a:cubicBezTo>
                  <a:pt x="430932" y="182984"/>
                  <a:pt x="430932" y="198090"/>
                  <a:pt x="421630" y="207392"/>
                </a:cubicBezTo>
                <a:lnTo>
                  <a:pt x="326380" y="302642"/>
                </a:lnTo>
                <a:cubicBezTo>
                  <a:pt x="319534" y="309488"/>
                  <a:pt x="309339" y="311497"/>
                  <a:pt x="300410" y="307777"/>
                </a:cubicBezTo>
                <a:cubicBezTo>
                  <a:pt x="291480" y="304056"/>
                  <a:pt x="285750" y="295349"/>
                  <a:pt x="285750" y="285750"/>
                </a:cubicBezTo>
                <a:lnTo>
                  <a:pt x="285750" y="238125"/>
                </a:lnTo>
                <a:lnTo>
                  <a:pt x="35719" y="238125"/>
                </a:lnTo>
                <a:cubicBezTo>
                  <a:pt x="15999" y="238125"/>
                  <a:pt x="0" y="222126"/>
                  <a:pt x="0" y="202406"/>
                </a:cubicBezTo>
                <a:lnTo>
                  <a:pt x="0" y="178594"/>
                </a:lnTo>
                <a:cubicBezTo>
                  <a:pt x="0" y="158874"/>
                  <a:pt x="15999" y="142875"/>
                  <a:pt x="35719" y="142875"/>
                </a:cubicBezTo>
                <a:lnTo>
                  <a:pt x="285750" y="142875"/>
                </a:lnTo>
                <a:lnTo>
                  <a:pt x="285750" y="95250"/>
                </a:lnTo>
                <a:cubicBezTo>
                  <a:pt x="285750" y="85651"/>
                  <a:pt x="291554" y="76944"/>
                  <a:pt x="300484" y="73223"/>
                </a:cubicBezTo>
                <a:cubicBezTo>
                  <a:pt x="309414" y="69503"/>
                  <a:pt x="319608" y="71586"/>
                  <a:pt x="326454" y="78358"/>
                </a:cubicBezTo>
                <a:lnTo>
                  <a:pt x="421704" y="173608"/>
                </a:ln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14266069" y="67056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101600" y="0"/>
                </a:moveTo>
                <a:lnTo>
                  <a:pt x="914400" y="0"/>
                </a:lnTo>
                <a:cubicBezTo>
                  <a:pt x="970475" y="0"/>
                  <a:pt x="1016000" y="45525"/>
                  <a:pt x="1016000" y="101600"/>
                </a:cubicBezTo>
                <a:lnTo>
                  <a:pt x="1016000" y="914400"/>
                </a:lnTo>
                <a:cubicBezTo>
                  <a:pt x="1016000" y="970475"/>
                  <a:pt x="970475" y="1016000"/>
                  <a:pt x="9144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14539119" y="70231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238125" y="11906"/>
                </a:moveTo>
                <a:cubicBezTo>
                  <a:pt x="280838" y="11906"/>
                  <a:pt x="315516" y="46584"/>
                  <a:pt x="315516" y="89297"/>
                </a:cubicBezTo>
                <a:cubicBezTo>
                  <a:pt x="315516" y="132010"/>
                  <a:pt x="280838" y="166688"/>
                  <a:pt x="238125" y="166688"/>
                </a:cubicBezTo>
                <a:cubicBezTo>
                  <a:pt x="195412" y="166688"/>
                  <a:pt x="160734" y="132010"/>
                  <a:pt x="160734" y="89297"/>
                </a:cubicBezTo>
                <a:cubicBezTo>
                  <a:pt x="160734" y="46584"/>
                  <a:pt x="195412" y="11906"/>
                  <a:pt x="238125" y="11906"/>
                </a:cubicBezTo>
                <a:close/>
                <a:moveTo>
                  <a:pt x="71438" y="65484"/>
                </a:moveTo>
                <a:cubicBezTo>
                  <a:pt x="101008" y="65484"/>
                  <a:pt x="125016" y="89492"/>
                  <a:pt x="125016" y="119063"/>
                </a:cubicBezTo>
                <a:cubicBezTo>
                  <a:pt x="125016" y="148633"/>
                  <a:pt x="101008" y="172641"/>
                  <a:pt x="71438" y="172641"/>
                </a:cubicBezTo>
                <a:cubicBezTo>
                  <a:pt x="41867" y="172641"/>
                  <a:pt x="17859" y="148633"/>
                  <a:pt x="17859" y="119063"/>
                </a:cubicBezTo>
                <a:cubicBezTo>
                  <a:pt x="17859" y="89492"/>
                  <a:pt x="41867" y="65484"/>
                  <a:pt x="71437" y="65484"/>
                </a:cubicBezTo>
                <a:close/>
                <a:moveTo>
                  <a:pt x="0" y="309563"/>
                </a:moveTo>
                <a:cubicBezTo>
                  <a:pt x="0" y="256952"/>
                  <a:pt x="42639" y="214313"/>
                  <a:pt x="95250" y="214313"/>
                </a:cubicBezTo>
                <a:cubicBezTo>
                  <a:pt x="104775" y="214313"/>
                  <a:pt x="114002" y="215726"/>
                  <a:pt x="122709" y="218331"/>
                </a:cubicBezTo>
                <a:cubicBezTo>
                  <a:pt x="98227" y="245715"/>
                  <a:pt x="83344" y="281880"/>
                  <a:pt x="83344" y="321469"/>
                </a:cubicBezTo>
                <a:lnTo>
                  <a:pt x="83344" y="333375"/>
                </a:lnTo>
                <a:cubicBezTo>
                  <a:pt x="83344" y="341858"/>
                  <a:pt x="85130" y="349895"/>
                  <a:pt x="88329" y="357188"/>
                </a:cubicBezTo>
                <a:lnTo>
                  <a:pt x="23812" y="357188"/>
                </a:lnTo>
                <a:cubicBezTo>
                  <a:pt x="10641" y="357188"/>
                  <a:pt x="0" y="346546"/>
                  <a:pt x="0" y="333375"/>
                </a:cubicBezTo>
                <a:lnTo>
                  <a:pt x="0" y="309563"/>
                </a:lnTo>
                <a:close/>
                <a:moveTo>
                  <a:pt x="387921" y="357188"/>
                </a:moveTo>
                <a:cubicBezTo>
                  <a:pt x="391120" y="349895"/>
                  <a:pt x="392906" y="341858"/>
                  <a:pt x="392906" y="333375"/>
                </a:cubicBezTo>
                <a:lnTo>
                  <a:pt x="392906" y="321469"/>
                </a:lnTo>
                <a:cubicBezTo>
                  <a:pt x="392906" y="281880"/>
                  <a:pt x="378023" y="245715"/>
                  <a:pt x="353541" y="218331"/>
                </a:cubicBezTo>
                <a:cubicBezTo>
                  <a:pt x="362248" y="215726"/>
                  <a:pt x="371475" y="214313"/>
                  <a:pt x="381000" y="214313"/>
                </a:cubicBezTo>
                <a:cubicBezTo>
                  <a:pt x="433611" y="214313"/>
                  <a:pt x="476250" y="256952"/>
                  <a:pt x="476250" y="309563"/>
                </a:cubicBezTo>
                <a:lnTo>
                  <a:pt x="476250" y="333375"/>
                </a:lnTo>
                <a:cubicBezTo>
                  <a:pt x="476250" y="346546"/>
                  <a:pt x="465609" y="357188"/>
                  <a:pt x="452438" y="357188"/>
                </a:cubicBezTo>
                <a:lnTo>
                  <a:pt x="387921" y="357188"/>
                </a:lnTo>
                <a:close/>
                <a:moveTo>
                  <a:pt x="351234" y="119063"/>
                </a:moveTo>
                <a:cubicBezTo>
                  <a:pt x="351234" y="89492"/>
                  <a:pt x="375242" y="65484"/>
                  <a:pt x="404813" y="65484"/>
                </a:cubicBezTo>
                <a:cubicBezTo>
                  <a:pt x="434383" y="65484"/>
                  <a:pt x="458391" y="89492"/>
                  <a:pt x="458391" y="119062"/>
                </a:cubicBezTo>
                <a:cubicBezTo>
                  <a:pt x="458391" y="148633"/>
                  <a:pt x="434383" y="172641"/>
                  <a:pt x="404813" y="172641"/>
                </a:cubicBezTo>
                <a:cubicBezTo>
                  <a:pt x="375242" y="172641"/>
                  <a:pt x="351234" y="148633"/>
                  <a:pt x="351234" y="119063"/>
                </a:cubicBezTo>
                <a:close/>
                <a:moveTo>
                  <a:pt x="119063" y="321469"/>
                </a:moveTo>
                <a:cubicBezTo>
                  <a:pt x="119063" y="255687"/>
                  <a:pt x="172343" y="202406"/>
                  <a:pt x="238125" y="202406"/>
                </a:cubicBezTo>
                <a:cubicBezTo>
                  <a:pt x="303907" y="202406"/>
                  <a:pt x="357188" y="255687"/>
                  <a:pt x="357188" y="321469"/>
                </a:cubicBezTo>
                <a:lnTo>
                  <a:pt x="357188" y="333375"/>
                </a:lnTo>
                <a:cubicBezTo>
                  <a:pt x="357188" y="346546"/>
                  <a:pt x="346546" y="357188"/>
                  <a:pt x="333375" y="357188"/>
                </a:cubicBezTo>
                <a:lnTo>
                  <a:pt x="142875" y="357188"/>
                </a:lnTo>
                <a:cubicBezTo>
                  <a:pt x="129704" y="357188"/>
                  <a:pt x="119063" y="346546"/>
                  <a:pt x="119063" y="333375"/>
                </a:cubicBezTo>
                <a:lnTo>
                  <a:pt x="119063" y="321469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4054435" y="7823200"/>
            <a:ext cx="143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Executor Pods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9033" y="499033"/>
            <a:ext cx="15357741" cy="29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2" b="1" kern="0" spc="79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99033" y="898259"/>
            <a:ext cx="15482499" cy="4990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36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镜像准备阶段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99033" y="1547002"/>
            <a:ext cx="1197679" cy="49903"/>
          </a:xfrm>
          <a:custGeom>
            <a:avLst/>
            <a:gdLst/>
            <a:ahLst/>
            <a:cxnLst/>
            <a:rect l="l" t="t" r="r" b="b"/>
            <a:pathLst>
              <a:path w="1197679" h="49903">
                <a:moveTo>
                  <a:pt x="0" y="0"/>
                </a:moveTo>
                <a:lnTo>
                  <a:pt x="1197679" y="0"/>
                </a:lnTo>
                <a:lnTo>
                  <a:pt x="1197679" y="49903"/>
                </a:lnTo>
                <a:lnTo>
                  <a:pt x="0" y="49903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99033" y="1996132"/>
            <a:ext cx="7485495" cy="4141974"/>
          </a:xfrm>
          <a:custGeom>
            <a:avLst/>
            <a:gdLst/>
            <a:ahLst/>
            <a:cxnLst/>
            <a:rect l="l" t="t" r="r" b="b"/>
            <a:pathLst>
              <a:path w="7485495" h="4141974">
                <a:moveTo>
                  <a:pt x="99822" y="0"/>
                </a:moveTo>
                <a:lnTo>
                  <a:pt x="7385673" y="0"/>
                </a:lnTo>
                <a:cubicBezTo>
                  <a:pt x="7440803" y="0"/>
                  <a:pt x="7485495" y="44692"/>
                  <a:pt x="7485495" y="99822"/>
                </a:cubicBezTo>
                <a:lnTo>
                  <a:pt x="7485495" y="4042152"/>
                </a:lnTo>
                <a:cubicBezTo>
                  <a:pt x="7485495" y="4097282"/>
                  <a:pt x="7440803" y="4141974"/>
                  <a:pt x="7385673" y="4141974"/>
                </a:cubicBezTo>
                <a:lnTo>
                  <a:pt x="99822" y="4141974"/>
                </a:lnTo>
                <a:cubicBezTo>
                  <a:pt x="44729" y="4141974"/>
                  <a:pt x="0" y="4097245"/>
                  <a:pt x="0" y="4042152"/>
                </a:cubicBezTo>
                <a:lnTo>
                  <a:pt x="0" y="99822"/>
                </a:lnTo>
                <a:cubicBezTo>
                  <a:pt x="0" y="44729"/>
                  <a:pt x="44729" y="0"/>
                  <a:pt x="99822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29642" y="2345455"/>
            <a:ext cx="249517" cy="249517"/>
          </a:xfrm>
          <a:custGeom>
            <a:avLst/>
            <a:gdLst/>
            <a:ahLst/>
            <a:cxnLst/>
            <a:rect l="l" t="t" r="r" b="b"/>
            <a:pathLst>
              <a:path w="249517" h="249517">
                <a:moveTo>
                  <a:pt x="32116" y="111356"/>
                </a:moveTo>
                <a:cubicBezTo>
                  <a:pt x="38597" y="66034"/>
                  <a:pt x="77633" y="31190"/>
                  <a:pt x="124758" y="31190"/>
                </a:cubicBezTo>
                <a:cubicBezTo>
                  <a:pt x="150587" y="31190"/>
                  <a:pt x="173979" y="41667"/>
                  <a:pt x="190939" y="58578"/>
                </a:cubicBezTo>
                <a:cubicBezTo>
                  <a:pt x="191036" y="58675"/>
                  <a:pt x="191134" y="58773"/>
                  <a:pt x="191231" y="58870"/>
                </a:cubicBezTo>
                <a:lnTo>
                  <a:pt x="194935" y="62379"/>
                </a:lnTo>
                <a:lnTo>
                  <a:pt x="171591" y="62379"/>
                </a:lnTo>
                <a:cubicBezTo>
                  <a:pt x="162965" y="62379"/>
                  <a:pt x="155997" y="69348"/>
                  <a:pt x="155997" y="77974"/>
                </a:cubicBezTo>
                <a:cubicBezTo>
                  <a:pt x="155997" y="86600"/>
                  <a:pt x="162965" y="93569"/>
                  <a:pt x="171591" y="93569"/>
                </a:cubicBezTo>
                <a:lnTo>
                  <a:pt x="233970" y="93569"/>
                </a:lnTo>
                <a:cubicBezTo>
                  <a:pt x="242596" y="93569"/>
                  <a:pt x="249565" y="86600"/>
                  <a:pt x="249565" y="77974"/>
                </a:cubicBezTo>
                <a:lnTo>
                  <a:pt x="249565" y="15595"/>
                </a:lnTo>
                <a:cubicBezTo>
                  <a:pt x="249565" y="6969"/>
                  <a:pt x="242596" y="0"/>
                  <a:pt x="233970" y="0"/>
                </a:cubicBezTo>
                <a:cubicBezTo>
                  <a:pt x="225345" y="0"/>
                  <a:pt x="218376" y="6969"/>
                  <a:pt x="218376" y="15595"/>
                </a:cubicBezTo>
                <a:lnTo>
                  <a:pt x="218376" y="41619"/>
                </a:lnTo>
                <a:lnTo>
                  <a:pt x="212869" y="36404"/>
                </a:lnTo>
                <a:cubicBezTo>
                  <a:pt x="190305" y="13938"/>
                  <a:pt x="159116" y="0"/>
                  <a:pt x="124758" y="0"/>
                </a:cubicBezTo>
                <a:cubicBezTo>
                  <a:pt x="61892" y="0"/>
                  <a:pt x="9893" y="46492"/>
                  <a:pt x="1267" y="106970"/>
                </a:cubicBezTo>
                <a:cubicBezTo>
                  <a:pt x="49" y="115499"/>
                  <a:pt x="5946" y="123394"/>
                  <a:pt x="14474" y="124612"/>
                </a:cubicBezTo>
                <a:cubicBezTo>
                  <a:pt x="23002" y="125830"/>
                  <a:pt x="30897" y="119885"/>
                  <a:pt x="32116" y="111405"/>
                </a:cubicBezTo>
                <a:close/>
                <a:moveTo>
                  <a:pt x="248249" y="142546"/>
                </a:moveTo>
                <a:cubicBezTo>
                  <a:pt x="249468" y="134018"/>
                  <a:pt x="243522" y="126123"/>
                  <a:pt x="235043" y="124904"/>
                </a:cubicBezTo>
                <a:cubicBezTo>
                  <a:pt x="226563" y="123686"/>
                  <a:pt x="218619" y="129632"/>
                  <a:pt x="217401" y="138111"/>
                </a:cubicBezTo>
                <a:cubicBezTo>
                  <a:pt x="210919" y="183434"/>
                  <a:pt x="171884" y="218278"/>
                  <a:pt x="124758" y="218278"/>
                </a:cubicBezTo>
                <a:cubicBezTo>
                  <a:pt x="98929" y="218278"/>
                  <a:pt x="75537" y="207800"/>
                  <a:pt x="58578" y="190890"/>
                </a:cubicBezTo>
                <a:cubicBezTo>
                  <a:pt x="58480" y="190792"/>
                  <a:pt x="58383" y="190695"/>
                  <a:pt x="58285" y="190597"/>
                </a:cubicBezTo>
                <a:lnTo>
                  <a:pt x="54582" y="187089"/>
                </a:lnTo>
                <a:lnTo>
                  <a:pt x="77925" y="187089"/>
                </a:lnTo>
                <a:cubicBezTo>
                  <a:pt x="86551" y="187089"/>
                  <a:pt x="93520" y="180120"/>
                  <a:pt x="93520" y="171494"/>
                </a:cubicBezTo>
                <a:cubicBezTo>
                  <a:pt x="93520" y="162868"/>
                  <a:pt x="86551" y="155899"/>
                  <a:pt x="77925" y="155899"/>
                </a:cubicBezTo>
                <a:lnTo>
                  <a:pt x="15595" y="155948"/>
                </a:lnTo>
                <a:cubicBezTo>
                  <a:pt x="11452" y="155948"/>
                  <a:pt x="7456" y="157605"/>
                  <a:pt x="4532" y="160578"/>
                </a:cubicBezTo>
                <a:cubicBezTo>
                  <a:pt x="1608" y="163550"/>
                  <a:pt x="-49" y="167498"/>
                  <a:pt x="0" y="171689"/>
                </a:cubicBezTo>
                <a:lnTo>
                  <a:pt x="487" y="233581"/>
                </a:lnTo>
                <a:cubicBezTo>
                  <a:pt x="536" y="242206"/>
                  <a:pt x="7602" y="249127"/>
                  <a:pt x="16228" y="249029"/>
                </a:cubicBezTo>
                <a:cubicBezTo>
                  <a:pt x="24854" y="248932"/>
                  <a:pt x="31774" y="241914"/>
                  <a:pt x="31677" y="233288"/>
                </a:cubicBezTo>
                <a:lnTo>
                  <a:pt x="31482" y="208190"/>
                </a:lnTo>
                <a:lnTo>
                  <a:pt x="36696" y="213112"/>
                </a:lnTo>
                <a:cubicBezTo>
                  <a:pt x="59260" y="235579"/>
                  <a:pt x="90401" y="249517"/>
                  <a:pt x="124758" y="249517"/>
                </a:cubicBezTo>
                <a:cubicBezTo>
                  <a:pt x="187625" y="249517"/>
                  <a:pt x="239624" y="203025"/>
                  <a:pt x="248249" y="142546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110348" y="2295552"/>
            <a:ext cx="6699518" cy="349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6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构建基础镜像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8453" y="2844488"/>
            <a:ext cx="6886655" cy="1097873"/>
          </a:xfrm>
          <a:custGeom>
            <a:avLst/>
            <a:gdLst/>
            <a:ahLst/>
            <a:cxnLst/>
            <a:rect l="l" t="t" r="r" b="b"/>
            <a:pathLst>
              <a:path w="6886655" h="1097873">
                <a:moveTo>
                  <a:pt x="99808" y="0"/>
                </a:moveTo>
                <a:lnTo>
                  <a:pt x="6786848" y="0"/>
                </a:lnTo>
                <a:cubicBezTo>
                  <a:pt x="6841970" y="0"/>
                  <a:pt x="6886655" y="44685"/>
                  <a:pt x="6886655" y="99808"/>
                </a:cubicBezTo>
                <a:lnTo>
                  <a:pt x="6886655" y="998065"/>
                </a:lnTo>
                <a:cubicBezTo>
                  <a:pt x="6886655" y="1053187"/>
                  <a:pt x="6841970" y="1097873"/>
                  <a:pt x="6786848" y="1097873"/>
                </a:cubicBezTo>
                <a:lnTo>
                  <a:pt x="99808" y="1097873"/>
                </a:lnTo>
                <a:cubicBezTo>
                  <a:pt x="44685" y="1097873"/>
                  <a:pt x="0" y="1053187"/>
                  <a:pt x="0" y="998065"/>
                </a:cubicBezTo>
                <a:lnTo>
                  <a:pt x="0" y="99808"/>
                </a:lnTo>
                <a:cubicBezTo>
                  <a:pt x="0" y="44722"/>
                  <a:pt x="44722" y="0"/>
                  <a:pt x="9980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98066" y="3044101"/>
            <a:ext cx="6587236" cy="29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2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 Spark 基础 Docker 镜像：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8066" y="3505707"/>
            <a:ext cx="6081185" cy="205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 ./bin/docker-image-tool.sh -r -t build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8453" y="4241781"/>
            <a:ext cx="99807" cy="99807"/>
          </a:xfrm>
          <a:custGeom>
            <a:avLst/>
            <a:gdLst/>
            <a:ahLst/>
            <a:cxnLst/>
            <a:rect l="l" t="t" r="r" b="b"/>
            <a:pathLst>
              <a:path w="99807" h="99807">
                <a:moveTo>
                  <a:pt x="49903" y="0"/>
                </a:moveTo>
                <a:lnTo>
                  <a:pt x="49903" y="0"/>
                </a:lnTo>
                <a:cubicBezTo>
                  <a:pt x="77446" y="0"/>
                  <a:pt x="99807" y="22361"/>
                  <a:pt x="99807" y="49903"/>
                </a:cubicBezTo>
                <a:lnTo>
                  <a:pt x="99807" y="49903"/>
                </a:lnTo>
                <a:cubicBezTo>
                  <a:pt x="99807" y="77446"/>
                  <a:pt x="77446" y="99807"/>
                  <a:pt x="49903" y="99807"/>
                </a:cubicBezTo>
                <a:lnTo>
                  <a:pt x="49903" y="99807"/>
                </a:lnTo>
                <a:cubicBezTo>
                  <a:pt x="22361" y="99807"/>
                  <a:pt x="0" y="77446"/>
                  <a:pt x="0" y="49903"/>
                </a:cubicBezTo>
                <a:lnTo>
                  <a:pt x="0" y="49903"/>
                </a:lnTo>
                <a:cubicBezTo>
                  <a:pt x="0" y="22361"/>
                  <a:pt x="22361" y="0"/>
                  <a:pt x="49903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98066" y="4141974"/>
            <a:ext cx="1659285" cy="29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2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-r</a:t>
            </a:r>
            <a:r>
              <a:rPr lang="en-US" sz="1572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：镜像仓库地址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8453" y="4641007"/>
            <a:ext cx="99807" cy="99807"/>
          </a:xfrm>
          <a:custGeom>
            <a:avLst/>
            <a:gdLst/>
            <a:ahLst/>
            <a:cxnLst/>
            <a:rect l="l" t="t" r="r" b="b"/>
            <a:pathLst>
              <a:path w="99807" h="99807">
                <a:moveTo>
                  <a:pt x="49903" y="0"/>
                </a:moveTo>
                <a:lnTo>
                  <a:pt x="49903" y="0"/>
                </a:lnTo>
                <a:cubicBezTo>
                  <a:pt x="77446" y="0"/>
                  <a:pt x="99807" y="22361"/>
                  <a:pt x="99807" y="49903"/>
                </a:cubicBezTo>
                <a:lnTo>
                  <a:pt x="99807" y="49903"/>
                </a:lnTo>
                <a:cubicBezTo>
                  <a:pt x="99807" y="77446"/>
                  <a:pt x="77446" y="99807"/>
                  <a:pt x="49903" y="99807"/>
                </a:cubicBezTo>
                <a:lnTo>
                  <a:pt x="49903" y="99807"/>
                </a:lnTo>
                <a:cubicBezTo>
                  <a:pt x="22361" y="99807"/>
                  <a:pt x="0" y="77446"/>
                  <a:pt x="0" y="49903"/>
                </a:cubicBezTo>
                <a:lnTo>
                  <a:pt x="0" y="49903"/>
                </a:lnTo>
                <a:cubicBezTo>
                  <a:pt x="0" y="22361"/>
                  <a:pt x="22361" y="0"/>
                  <a:pt x="49903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98066" y="4541200"/>
            <a:ext cx="1260058" cy="29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2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-t</a:t>
            </a:r>
            <a:r>
              <a:rPr lang="en-US" sz="1572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：镜像标签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8453" y="5040233"/>
            <a:ext cx="99807" cy="99807"/>
          </a:xfrm>
          <a:custGeom>
            <a:avLst/>
            <a:gdLst/>
            <a:ahLst/>
            <a:cxnLst/>
            <a:rect l="l" t="t" r="r" b="b"/>
            <a:pathLst>
              <a:path w="99807" h="99807">
                <a:moveTo>
                  <a:pt x="49903" y="0"/>
                </a:moveTo>
                <a:lnTo>
                  <a:pt x="49903" y="0"/>
                </a:lnTo>
                <a:cubicBezTo>
                  <a:pt x="77446" y="0"/>
                  <a:pt x="99807" y="22361"/>
                  <a:pt x="99807" y="49903"/>
                </a:cubicBezTo>
                <a:lnTo>
                  <a:pt x="99807" y="49903"/>
                </a:lnTo>
                <a:cubicBezTo>
                  <a:pt x="99807" y="77446"/>
                  <a:pt x="77446" y="99807"/>
                  <a:pt x="49903" y="99807"/>
                </a:cubicBezTo>
                <a:lnTo>
                  <a:pt x="49903" y="99807"/>
                </a:lnTo>
                <a:cubicBezTo>
                  <a:pt x="22361" y="99807"/>
                  <a:pt x="0" y="77446"/>
                  <a:pt x="0" y="49903"/>
                </a:cubicBezTo>
                <a:lnTo>
                  <a:pt x="0" y="49903"/>
                </a:lnTo>
                <a:cubicBezTo>
                  <a:pt x="0" y="22361"/>
                  <a:pt x="22361" y="0"/>
                  <a:pt x="49903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98066" y="4940427"/>
            <a:ext cx="2532592" cy="29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2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包含 Spark 运行环境和依赖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78392" y="1996132"/>
            <a:ext cx="7485495" cy="4141974"/>
          </a:xfrm>
          <a:custGeom>
            <a:avLst/>
            <a:gdLst/>
            <a:ahLst/>
            <a:cxnLst/>
            <a:rect l="l" t="t" r="r" b="b"/>
            <a:pathLst>
              <a:path w="7485495" h="4141974">
                <a:moveTo>
                  <a:pt x="99822" y="0"/>
                </a:moveTo>
                <a:lnTo>
                  <a:pt x="7385673" y="0"/>
                </a:lnTo>
                <a:cubicBezTo>
                  <a:pt x="7440803" y="0"/>
                  <a:pt x="7485495" y="44692"/>
                  <a:pt x="7485495" y="99822"/>
                </a:cubicBezTo>
                <a:lnTo>
                  <a:pt x="7485495" y="4042152"/>
                </a:lnTo>
                <a:cubicBezTo>
                  <a:pt x="7485495" y="4097282"/>
                  <a:pt x="7440803" y="4141974"/>
                  <a:pt x="7385673" y="4141974"/>
                </a:cubicBezTo>
                <a:lnTo>
                  <a:pt x="99822" y="4141974"/>
                </a:lnTo>
                <a:cubicBezTo>
                  <a:pt x="44729" y="4141974"/>
                  <a:pt x="0" y="4097245"/>
                  <a:pt x="0" y="4042152"/>
                </a:cubicBezTo>
                <a:lnTo>
                  <a:pt x="0" y="99822"/>
                </a:lnTo>
                <a:cubicBezTo>
                  <a:pt x="0" y="44729"/>
                  <a:pt x="44729" y="0"/>
                  <a:pt x="99822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624596" y="2345455"/>
            <a:ext cx="218327" cy="249517"/>
          </a:xfrm>
          <a:custGeom>
            <a:avLst/>
            <a:gdLst/>
            <a:ahLst/>
            <a:cxnLst/>
            <a:rect l="l" t="t" r="r" b="b"/>
            <a:pathLst>
              <a:path w="218327" h="249517">
                <a:moveTo>
                  <a:pt x="214331" y="97711"/>
                </a:moveTo>
                <a:cubicBezTo>
                  <a:pt x="210578" y="82652"/>
                  <a:pt x="203463" y="71297"/>
                  <a:pt x="188307" y="71297"/>
                </a:cubicBezTo>
                <a:lnTo>
                  <a:pt x="168765" y="71297"/>
                </a:lnTo>
                <a:lnTo>
                  <a:pt x="168765" y="94397"/>
                </a:lnTo>
                <a:cubicBezTo>
                  <a:pt x="168765" y="112331"/>
                  <a:pt x="153560" y="127439"/>
                  <a:pt x="136211" y="127439"/>
                </a:cubicBezTo>
                <a:lnTo>
                  <a:pt x="84163" y="127439"/>
                </a:lnTo>
                <a:cubicBezTo>
                  <a:pt x="69933" y="127439"/>
                  <a:pt x="58139" y="139622"/>
                  <a:pt x="58139" y="153901"/>
                </a:cubicBezTo>
                <a:lnTo>
                  <a:pt x="58139" y="203512"/>
                </a:lnTo>
                <a:cubicBezTo>
                  <a:pt x="58139" y="217645"/>
                  <a:pt x="70420" y="225929"/>
                  <a:pt x="84163" y="229974"/>
                </a:cubicBezTo>
                <a:cubicBezTo>
                  <a:pt x="100635" y="234799"/>
                  <a:pt x="116474" y="235676"/>
                  <a:pt x="136211" y="229974"/>
                </a:cubicBezTo>
                <a:cubicBezTo>
                  <a:pt x="149320" y="226173"/>
                  <a:pt x="162234" y="218522"/>
                  <a:pt x="162234" y="203512"/>
                </a:cubicBezTo>
                <a:lnTo>
                  <a:pt x="162234" y="183677"/>
                </a:lnTo>
                <a:lnTo>
                  <a:pt x="110236" y="183677"/>
                </a:lnTo>
                <a:lnTo>
                  <a:pt x="110236" y="177050"/>
                </a:lnTo>
                <a:lnTo>
                  <a:pt x="188307" y="177050"/>
                </a:lnTo>
                <a:cubicBezTo>
                  <a:pt x="203463" y="177050"/>
                  <a:pt x="209068" y="166474"/>
                  <a:pt x="214331" y="150636"/>
                </a:cubicBezTo>
                <a:cubicBezTo>
                  <a:pt x="219789" y="134310"/>
                  <a:pt x="219545" y="118618"/>
                  <a:pt x="214331" y="97711"/>
                </a:cubicBezTo>
                <a:close/>
                <a:moveTo>
                  <a:pt x="139476" y="216719"/>
                </a:moveTo>
                <a:cubicBezTo>
                  <a:pt x="135767" y="216979"/>
                  <a:pt x="132223" y="215148"/>
                  <a:pt x="130289" y="211972"/>
                </a:cubicBezTo>
                <a:cubicBezTo>
                  <a:pt x="128355" y="208796"/>
                  <a:pt x="128355" y="204807"/>
                  <a:pt x="130289" y="201631"/>
                </a:cubicBezTo>
                <a:cubicBezTo>
                  <a:pt x="132223" y="198455"/>
                  <a:pt x="135767" y="196624"/>
                  <a:pt x="139476" y="196884"/>
                </a:cubicBezTo>
                <a:cubicBezTo>
                  <a:pt x="143185" y="196624"/>
                  <a:pt x="146729" y="198455"/>
                  <a:pt x="148663" y="201631"/>
                </a:cubicBezTo>
                <a:cubicBezTo>
                  <a:pt x="150597" y="204807"/>
                  <a:pt x="150597" y="208796"/>
                  <a:pt x="148663" y="211972"/>
                </a:cubicBezTo>
                <a:cubicBezTo>
                  <a:pt x="146729" y="215148"/>
                  <a:pt x="143185" y="216979"/>
                  <a:pt x="139476" y="216719"/>
                </a:cubicBezTo>
                <a:close/>
                <a:moveTo>
                  <a:pt x="81775" y="120908"/>
                </a:moveTo>
                <a:lnTo>
                  <a:pt x="133823" y="120908"/>
                </a:lnTo>
                <a:cubicBezTo>
                  <a:pt x="148297" y="120908"/>
                  <a:pt x="159847" y="108969"/>
                  <a:pt x="159847" y="94446"/>
                </a:cubicBezTo>
                <a:lnTo>
                  <a:pt x="159847" y="44786"/>
                </a:lnTo>
                <a:cubicBezTo>
                  <a:pt x="159847" y="30653"/>
                  <a:pt x="147955" y="20078"/>
                  <a:pt x="133823" y="17690"/>
                </a:cubicBezTo>
                <a:cubicBezTo>
                  <a:pt x="116376" y="14815"/>
                  <a:pt x="97419" y="14961"/>
                  <a:pt x="81775" y="17739"/>
                </a:cubicBezTo>
                <a:cubicBezTo>
                  <a:pt x="59748" y="21638"/>
                  <a:pt x="55751" y="29776"/>
                  <a:pt x="55751" y="44835"/>
                </a:cubicBezTo>
                <a:lnTo>
                  <a:pt x="55751" y="64670"/>
                </a:lnTo>
                <a:lnTo>
                  <a:pt x="107848" y="64670"/>
                </a:lnTo>
                <a:lnTo>
                  <a:pt x="107848" y="71297"/>
                </a:lnTo>
                <a:lnTo>
                  <a:pt x="36209" y="71297"/>
                </a:lnTo>
                <a:cubicBezTo>
                  <a:pt x="21053" y="71297"/>
                  <a:pt x="7797" y="80411"/>
                  <a:pt x="3655" y="97711"/>
                </a:cubicBezTo>
                <a:cubicBezTo>
                  <a:pt x="-1121" y="117546"/>
                  <a:pt x="-1316" y="129924"/>
                  <a:pt x="3655" y="150636"/>
                </a:cubicBezTo>
                <a:cubicBezTo>
                  <a:pt x="7359" y="166036"/>
                  <a:pt x="16180" y="177050"/>
                  <a:pt x="31336" y="177050"/>
                </a:cubicBezTo>
                <a:lnTo>
                  <a:pt x="49221" y="177050"/>
                </a:lnTo>
                <a:lnTo>
                  <a:pt x="49221" y="153267"/>
                </a:lnTo>
                <a:cubicBezTo>
                  <a:pt x="49221" y="136064"/>
                  <a:pt x="64085" y="120908"/>
                  <a:pt x="81775" y="120908"/>
                </a:cubicBezTo>
                <a:close/>
                <a:moveTo>
                  <a:pt x="78559" y="31531"/>
                </a:moveTo>
                <a:cubicBezTo>
                  <a:pt x="84046" y="31531"/>
                  <a:pt x="88500" y="35985"/>
                  <a:pt x="88500" y="41472"/>
                </a:cubicBezTo>
                <a:cubicBezTo>
                  <a:pt x="88500" y="46959"/>
                  <a:pt x="84046" y="51414"/>
                  <a:pt x="78559" y="51414"/>
                </a:cubicBezTo>
                <a:cubicBezTo>
                  <a:pt x="73072" y="51414"/>
                  <a:pt x="68617" y="46959"/>
                  <a:pt x="68617" y="41472"/>
                </a:cubicBezTo>
                <a:cubicBezTo>
                  <a:pt x="68617" y="35985"/>
                  <a:pt x="73072" y="31531"/>
                  <a:pt x="78559" y="31531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889708" y="2295552"/>
            <a:ext cx="6699518" cy="349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6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构建 PySpark 镜像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77812" y="2844488"/>
            <a:ext cx="6886655" cy="1696712"/>
          </a:xfrm>
          <a:custGeom>
            <a:avLst/>
            <a:gdLst/>
            <a:ahLst/>
            <a:cxnLst/>
            <a:rect l="l" t="t" r="r" b="b"/>
            <a:pathLst>
              <a:path w="6886655" h="1696712">
                <a:moveTo>
                  <a:pt x="99801" y="0"/>
                </a:moveTo>
                <a:lnTo>
                  <a:pt x="6786855" y="0"/>
                </a:lnTo>
                <a:cubicBezTo>
                  <a:pt x="6841973" y="0"/>
                  <a:pt x="6886655" y="44682"/>
                  <a:pt x="6886655" y="99801"/>
                </a:cubicBezTo>
                <a:lnTo>
                  <a:pt x="6886655" y="1596912"/>
                </a:lnTo>
                <a:cubicBezTo>
                  <a:pt x="6886655" y="1652030"/>
                  <a:pt x="6841973" y="1696712"/>
                  <a:pt x="6786855" y="1696712"/>
                </a:cubicBezTo>
                <a:lnTo>
                  <a:pt x="99801" y="1696712"/>
                </a:lnTo>
                <a:cubicBezTo>
                  <a:pt x="44682" y="1696712"/>
                  <a:pt x="0" y="1652030"/>
                  <a:pt x="0" y="1596912"/>
                </a:cubicBezTo>
                <a:lnTo>
                  <a:pt x="0" y="99801"/>
                </a:lnTo>
                <a:cubicBezTo>
                  <a:pt x="0" y="44719"/>
                  <a:pt x="44719" y="0"/>
                  <a:pt x="99801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777425" y="3044101"/>
            <a:ext cx="6587236" cy="29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2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 PySpark 镜像：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777425" y="3505707"/>
            <a:ext cx="6396687" cy="804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 ./bin/docker-image-tool.sh -r -t \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375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-p kubernetes/dockerfiles/spark/bindings/python/Dockerfile build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77812" y="4840620"/>
            <a:ext cx="99807" cy="99807"/>
          </a:xfrm>
          <a:custGeom>
            <a:avLst/>
            <a:gdLst/>
            <a:ahLst/>
            <a:cxnLst/>
            <a:rect l="l" t="t" r="r" b="b"/>
            <a:pathLst>
              <a:path w="99807" h="99807">
                <a:moveTo>
                  <a:pt x="49903" y="0"/>
                </a:moveTo>
                <a:lnTo>
                  <a:pt x="49903" y="0"/>
                </a:lnTo>
                <a:cubicBezTo>
                  <a:pt x="77446" y="0"/>
                  <a:pt x="99807" y="22361"/>
                  <a:pt x="99807" y="49903"/>
                </a:cubicBezTo>
                <a:lnTo>
                  <a:pt x="99807" y="49903"/>
                </a:lnTo>
                <a:cubicBezTo>
                  <a:pt x="99807" y="77446"/>
                  <a:pt x="77446" y="99807"/>
                  <a:pt x="49903" y="99807"/>
                </a:cubicBezTo>
                <a:lnTo>
                  <a:pt x="49903" y="99807"/>
                </a:lnTo>
                <a:cubicBezTo>
                  <a:pt x="22361" y="99807"/>
                  <a:pt x="0" y="77446"/>
                  <a:pt x="0" y="49903"/>
                </a:cubicBezTo>
                <a:lnTo>
                  <a:pt x="0" y="49903"/>
                </a:lnTo>
                <a:cubicBezTo>
                  <a:pt x="0" y="22361"/>
                  <a:pt x="22361" y="0"/>
                  <a:pt x="49903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777425" y="4740814"/>
            <a:ext cx="2657351" cy="29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2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包含 Python 环境和 PySpark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77812" y="5239847"/>
            <a:ext cx="99807" cy="99807"/>
          </a:xfrm>
          <a:custGeom>
            <a:avLst/>
            <a:gdLst/>
            <a:ahLst/>
            <a:cxnLst/>
            <a:rect l="l" t="t" r="r" b="b"/>
            <a:pathLst>
              <a:path w="99807" h="99807">
                <a:moveTo>
                  <a:pt x="49903" y="0"/>
                </a:moveTo>
                <a:lnTo>
                  <a:pt x="49903" y="0"/>
                </a:lnTo>
                <a:cubicBezTo>
                  <a:pt x="77446" y="0"/>
                  <a:pt x="99807" y="22361"/>
                  <a:pt x="99807" y="49903"/>
                </a:cubicBezTo>
                <a:lnTo>
                  <a:pt x="99807" y="49903"/>
                </a:lnTo>
                <a:cubicBezTo>
                  <a:pt x="99807" y="77446"/>
                  <a:pt x="77446" y="99807"/>
                  <a:pt x="49903" y="99807"/>
                </a:cubicBezTo>
                <a:lnTo>
                  <a:pt x="49903" y="99807"/>
                </a:lnTo>
                <a:cubicBezTo>
                  <a:pt x="22361" y="99807"/>
                  <a:pt x="0" y="77446"/>
                  <a:pt x="0" y="49903"/>
                </a:cubicBezTo>
                <a:lnTo>
                  <a:pt x="0" y="49903"/>
                </a:lnTo>
                <a:cubicBezTo>
                  <a:pt x="0" y="22361"/>
                  <a:pt x="22361" y="0"/>
                  <a:pt x="49903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777425" y="5140040"/>
            <a:ext cx="2058511" cy="29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2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 Python 应用提交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577812" y="5639073"/>
            <a:ext cx="99807" cy="99807"/>
          </a:xfrm>
          <a:custGeom>
            <a:avLst/>
            <a:gdLst/>
            <a:ahLst/>
            <a:cxnLst/>
            <a:rect l="l" t="t" r="r" b="b"/>
            <a:pathLst>
              <a:path w="99807" h="99807">
                <a:moveTo>
                  <a:pt x="49903" y="0"/>
                </a:moveTo>
                <a:lnTo>
                  <a:pt x="49903" y="0"/>
                </a:lnTo>
                <a:cubicBezTo>
                  <a:pt x="77446" y="0"/>
                  <a:pt x="99807" y="22361"/>
                  <a:pt x="99807" y="49903"/>
                </a:cubicBezTo>
                <a:lnTo>
                  <a:pt x="99807" y="49903"/>
                </a:lnTo>
                <a:cubicBezTo>
                  <a:pt x="99807" y="77446"/>
                  <a:pt x="77446" y="99807"/>
                  <a:pt x="49903" y="99807"/>
                </a:cubicBezTo>
                <a:lnTo>
                  <a:pt x="49903" y="99807"/>
                </a:lnTo>
                <a:cubicBezTo>
                  <a:pt x="22361" y="99807"/>
                  <a:pt x="0" y="77446"/>
                  <a:pt x="0" y="49903"/>
                </a:cubicBezTo>
                <a:lnTo>
                  <a:pt x="0" y="49903"/>
                </a:lnTo>
                <a:cubicBezTo>
                  <a:pt x="0" y="22361"/>
                  <a:pt x="22361" y="0"/>
                  <a:pt x="49903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777425" y="5539266"/>
            <a:ext cx="1896325" cy="29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2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预装常用数据科学库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1509" y="6450002"/>
            <a:ext cx="15232982" cy="2183269"/>
          </a:xfrm>
          <a:custGeom>
            <a:avLst/>
            <a:gdLst/>
            <a:ahLst/>
            <a:cxnLst/>
            <a:rect l="l" t="t" r="r" b="b"/>
            <a:pathLst>
              <a:path w="15232982" h="2183269">
                <a:moveTo>
                  <a:pt x="99797" y="0"/>
                </a:moveTo>
                <a:lnTo>
                  <a:pt x="15133185" y="0"/>
                </a:lnTo>
                <a:cubicBezTo>
                  <a:pt x="15188302" y="0"/>
                  <a:pt x="15232982" y="44681"/>
                  <a:pt x="15232982" y="99797"/>
                </a:cubicBezTo>
                <a:lnTo>
                  <a:pt x="15232982" y="2083472"/>
                </a:lnTo>
                <a:cubicBezTo>
                  <a:pt x="15232982" y="2138589"/>
                  <a:pt x="15188302" y="2183269"/>
                  <a:pt x="15133185" y="2183269"/>
                </a:cubicBezTo>
                <a:lnTo>
                  <a:pt x="99797" y="2183269"/>
                </a:lnTo>
                <a:cubicBezTo>
                  <a:pt x="44718" y="2183269"/>
                  <a:pt x="0" y="2138552"/>
                  <a:pt x="0" y="2083472"/>
                </a:cubicBezTo>
                <a:lnTo>
                  <a:pt x="0" y="99797"/>
                </a:lnTo>
                <a:cubicBezTo>
                  <a:pt x="0" y="44718"/>
                  <a:pt x="44718" y="0"/>
                  <a:pt x="99797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F6AD55">
                  <a:alpha val="20000"/>
                </a:srgbClr>
              </a:gs>
            </a:gsLst>
            <a:lin ang="0" scaled="1"/>
          </a:gra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38999" y="6811800"/>
            <a:ext cx="280706" cy="249517"/>
          </a:xfrm>
          <a:custGeom>
            <a:avLst/>
            <a:gdLst/>
            <a:ahLst/>
            <a:cxnLst/>
            <a:rect l="l" t="t" r="r" b="b"/>
            <a:pathLst>
              <a:path w="280706" h="249517">
                <a:moveTo>
                  <a:pt x="70177" y="233922"/>
                </a:moveTo>
                <a:cubicBezTo>
                  <a:pt x="31433" y="233922"/>
                  <a:pt x="0" y="202488"/>
                  <a:pt x="0" y="163745"/>
                </a:cubicBezTo>
                <a:cubicBezTo>
                  <a:pt x="0" y="132848"/>
                  <a:pt x="19981" y="106629"/>
                  <a:pt x="47710" y="97224"/>
                </a:cubicBezTo>
                <a:cubicBezTo>
                  <a:pt x="47077" y="93471"/>
                  <a:pt x="46784" y="89670"/>
                  <a:pt x="46784" y="85771"/>
                </a:cubicBezTo>
                <a:cubicBezTo>
                  <a:pt x="46784" y="47028"/>
                  <a:pt x="78218" y="15595"/>
                  <a:pt x="116961" y="15595"/>
                </a:cubicBezTo>
                <a:cubicBezTo>
                  <a:pt x="143959" y="15595"/>
                  <a:pt x="167400" y="30848"/>
                  <a:pt x="179145" y="53168"/>
                </a:cubicBezTo>
                <a:cubicBezTo>
                  <a:pt x="186065" y="49124"/>
                  <a:pt x="194155" y="46784"/>
                  <a:pt x="202732" y="46784"/>
                </a:cubicBezTo>
                <a:cubicBezTo>
                  <a:pt x="228561" y="46784"/>
                  <a:pt x="249517" y="67740"/>
                  <a:pt x="249517" y="93569"/>
                </a:cubicBezTo>
                <a:cubicBezTo>
                  <a:pt x="249517" y="101220"/>
                  <a:pt x="247665" y="108481"/>
                  <a:pt x="244399" y="114865"/>
                </a:cubicBezTo>
                <a:cubicBezTo>
                  <a:pt x="265842" y="124758"/>
                  <a:pt x="280706" y="146396"/>
                  <a:pt x="280706" y="171543"/>
                </a:cubicBezTo>
                <a:cubicBezTo>
                  <a:pt x="280706" y="205997"/>
                  <a:pt x="252782" y="233922"/>
                  <a:pt x="218327" y="233922"/>
                </a:cubicBezTo>
                <a:lnTo>
                  <a:pt x="70177" y="233922"/>
                </a:lnTo>
                <a:close/>
                <a:moveTo>
                  <a:pt x="148638" y="93081"/>
                </a:moveTo>
                <a:cubicBezTo>
                  <a:pt x="144057" y="88500"/>
                  <a:pt x="136649" y="88500"/>
                  <a:pt x="132117" y="93081"/>
                </a:cubicBezTo>
                <a:lnTo>
                  <a:pt x="97029" y="128170"/>
                </a:lnTo>
                <a:cubicBezTo>
                  <a:pt x="92448" y="132751"/>
                  <a:pt x="92448" y="140158"/>
                  <a:pt x="97029" y="144690"/>
                </a:cubicBezTo>
                <a:cubicBezTo>
                  <a:pt x="101610" y="149223"/>
                  <a:pt x="109017" y="149271"/>
                  <a:pt x="113550" y="144690"/>
                </a:cubicBezTo>
                <a:lnTo>
                  <a:pt x="128657" y="129583"/>
                </a:lnTo>
                <a:lnTo>
                  <a:pt x="128657" y="179340"/>
                </a:lnTo>
                <a:cubicBezTo>
                  <a:pt x="128657" y="185822"/>
                  <a:pt x="133871" y="191036"/>
                  <a:pt x="140353" y="191036"/>
                </a:cubicBezTo>
                <a:cubicBezTo>
                  <a:pt x="146835" y="191036"/>
                  <a:pt x="152049" y="185822"/>
                  <a:pt x="152049" y="179340"/>
                </a:cubicBezTo>
                <a:lnTo>
                  <a:pt x="152049" y="129583"/>
                </a:lnTo>
                <a:lnTo>
                  <a:pt x="167157" y="144690"/>
                </a:lnTo>
                <a:cubicBezTo>
                  <a:pt x="171738" y="149271"/>
                  <a:pt x="179145" y="149271"/>
                  <a:pt x="183677" y="144690"/>
                </a:cubicBezTo>
                <a:cubicBezTo>
                  <a:pt x="188210" y="140109"/>
                  <a:pt x="188258" y="132702"/>
                  <a:pt x="183677" y="128170"/>
                </a:cubicBezTo>
                <a:lnTo>
                  <a:pt x="148589" y="93081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135300" y="6761897"/>
            <a:ext cx="14422054" cy="349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6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推送镜像到仓库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3404" y="7310833"/>
            <a:ext cx="4740814" cy="1010542"/>
          </a:xfrm>
          <a:custGeom>
            <a:avLst/>
            <a:gdLst/>
            <a:ahLst/>
            <a:cxnLst/>
            <a:rect l="l" t="t" r="r" b="b"/>
            <a:pathLst>
              <a:path w="4740814" h="1010542">
                <a:moveTo>
                  <a:pt x="99811" y="0"/>
                </a:moveTo>
                <a:lnTo>
                  <a:pt x="4641002" y="0"/>
                </a:lnTo>
                <a:cubicBezTo>
                  <a:pt x="4696127" y="0"/>
                  <a:pt x="4740814" y="44687"/>
                  <a:pt x="4740814" y="99811"/>
                </a:cubicBezTo>
                <a:lnTo>
                  <a:pt x="4740814" y="910731"/>
                </a:lnTo>
                <a:cubicBezTo>
                  <a:pt x="4740814" y="965855"/>
                  <a:pt x="4696127" y="1010542"/>
                  <a:pt x="4641002" y="1010542"/>
                </a:cubicBezTo>
                <a:lnTo>
                  <a:pt x="99811" y="1010542"/>
                </a:lnTo>
                <a:cubicBezTo>
                  <a:pt x="44687" y="1010542"/>
                  <a:pt x="0" y="965855"/>
                  <a:pt x="0" y="910731"/>
                </a:cubicBezTo>
                <a:lnTo>
                  <a:pt x="0" y="99811"/>
                </a:lnTo>
                <a:cubicBezTo>
                  <a:pt x="0" y="44687"/>
                  <a:pt x="44687" y="0"/>
                  <a:pt x="99811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023018" y="7547874"/>
            <a:ext cx="3825302" cy="542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2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 ./bin/docker-image-tool.sh -r -t push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876047" y="7591540"/>
            <a:ext cx="505271" cy="449130"/>
          </a:xfrm>
          <a:custGeom>
            <a:avLst/>
            <a:gdLst/>
            <a:ahLst/>
            <a:cxnLst/>
            <a:rect l="l" t="t" r="r" b="b"/>
            <a:pathLst>
              <a:path w="505271" h="449130">
                <a:moveTo>
                  <a:pt x="497025" y="204740"/>
                </a:moveTo>
                <a:cubicBezTo>
                  <a:pt x="507990" y="215705"/>
                  <a:pt x="507990" y="233512"/>
                  <a:pt x="497025" y="244477"/>
                </a:cubicBezTo>
                <a:lnTo>
                  <a:pt x="384743" y="356760"/>
                </a:lnTo>
                <a:cubicBezTo>
                  <a:pt x="376672" y="364830"/>
                  <a:pt x="364655" y="367199"/>
                  <a:pt x="354128" y="362813"/>
                </a:cubicBezTo>
                <a:cubicBezTo>
                  <a:pt x="343602" y="358427"/>
                  <a:pt x="336847" y="348163"/>
                  <a:pt x="336847" y="336847"/>
                </a:cubicBezTo>
                <a:lnTo>
                  <a:pt x="336847" y="280706"/>
                </a:lnTo>
                <a:lnTo>
                  <a:pt x="42106" y="280706"/>
                </a:lnTo>
                <a:cubicBezTo>
                  <a:pt x="18860" y="280706"/>
                  <a:pt x="0" y="261846"/>
                  <a:pt x="0" y="238600"/>
                </a:cubicBezTo>
                <a:lnTo>
                  <a:pt x="0" y="210530"/>
                </a:lnTo>
                <a:cubicBezTo>
                  <a:pt x="0" y="187284"/>
                  <a:pt x="18860" y="168424"/>
                  <a:pt x="42106" y="168424"/>
                </a:cubicBezTo>
                <a:lnTo>
                  <a:pt x="336847" y="168424"/>
                </a:lnTo>
                <a:lnTo>
                  <a:pt x="336847" y="112282"/>
                </a:lnTo>
                <a:cubicBezTo>
                  <a:pt x="336847" y="100966"/>
                  <a:pt x="343689" y="90703"/>
                  <a:pt x="354216" y="86317"/>
                </a:cubicBezTo>
                <a:cubicBezTo>
                  <a:pt x="364742" y="81931"/>
                  <a:pt x="376760" y="84387"/>
                  <a:pt x="384830" y="92370"/>
                </a:cubicBezTo>
                <a:lnTo>
                  <a:pt x="497113" y="204652"/>
                </a:ln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0640709" y="7441830"/>
            <a:ext cx="4853096" cy="349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6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镜像准备完成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646947" y="7890959"/>
            <a:ext cx="4840620" cy="29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72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可以在 Kubernetes 中使用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8132" y="448132"/>
            <a:ext cx="15449362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b="1" kern="0" spc="7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48132" y="806638"/>
            <a:ext cx="15561395" cy="448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176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应用程序提交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8132" y="1389210"/>
            <a:ext cx="1075518" cy="44813"/>
          </a:xfrm>
          <a:custGeom>
            <a:avLst/>
            <a:gdLst/>
            <a:ahLst/>
            <a:cxnLst/>
            <a:rect l="l" t="t" r="r" b="b"/>
            <a:pathLst>
              <a:path w="1075518" h="44813">
                <a:moveTo>
                  <a:pt x="0" y="0"/>
                </a:moveTo>
                <a:lnTo>
                  <a:pt x="1075518" y="0"/>
                </a:lnTo>
                <a:lnTo>
                  <a:pt x="1075518" y="44813"/>
                </a:lnTo>
                <a:lnTo>
                  <a:pt x="0" y="44813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48132" y="1792529"/>
            <a:ext cx="10150197" cy="5646467"/>
          </a:xfrm>
          <a:custGeom>
            <a:avLst/>
            <a:gdLst/>
            <a:ahLst/>
            <a:cxnLst/>
            <a:rect l="l" t="t" r="r" b="b"/>
            <a:pathLst>
              <a:path w="10150197" h="5646467">
                <a:moveTo>
                  <a:pt x="89609" y="0"/>
                </a:moveTo>
                <a:lnTo>
                  <a:pt x="10060588" y="0"/>
                </a:lnTo>
                <a:cubicBezTo>
                  <a:pt x="10110078" y="0"/>
                  <a:pt x="10150197" y="40120"/>
                  <a:pt x="10150197" y="89609"/>
                </a:cubicBezTo>
                <a:lnTo>
                  <a:pt x="10150197" y="5556858"/>
                </a:lnTo>
                <a:cubicBezTo>
                  <a:pt x="10150197" y="5606348"/>
                  <a:pt x="10110078" y="5646467"/>
                  <a:pt x="10060588" y="5646467"/>
                </a:cubicBezTo>
                <a:lnTo>
                  <a:pt x="89609" y="5646467"/>
                </a:lnTo>
                <a:cubicBezTo>
                  <a:pt x="40120" y="5646467"/>
                  <a:pt x="0" y="5606348"/>
                  <a:pt x="0" y="5556858"/>
                </a:cubicBezTo>
                <a:lnTo>
                  <a:pt x="0" y="89609"/>
                </a:lnTo>
                <a:cubicBezTo>
                  <a:pt x="0" y="40153"/>
                  <a:pt x="40153" y="0"/>
                  <a:pt x="89609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45020" y="2106222"/>
            <a:ext cx="224066" cy="224066"/>
          </a:xfrm>
          <a:custGeom>
            <a:avLst/>
            <a:gdLst/>
            <a:ahLst/>
            <a:cxnLst/>
            <a:rect l="l" t="t" r="r" b="b"/>
            <a:pathLst>
              <a:path w="224066" h="224066">
                <a:moveTo>
                  <a:pt x="4114" y="51903"/>
                </a:moveTo>
                <a:cubicBezTo>
                  <a:pt x="-1357" y="46432"/>
                  <a:pt x="-1357" y="37549"/>
                  <a:pt x="4114" y="32078"/>
                </a:cubicBezTo>
                <a:cubicBezTo>
                  <a:pt x="9584" y="26608"/>
                  <a:pt x="18468" y="26608"/>
                  <a:pt x="23938" y="32078"/>
                </a:cubicBezTo>
                <a:lnTo>
                  <a:pt x="93959" y="102099"/>
                </a:lnTo>
                <a:cubicBezTo>
                  <a:pt x="99429" y="107569"/>
                  <a:pt x="99429" y="116453"/>
                  <a:pt x="93959" y="121924"/>
                </a:cubicBezTo>
                <a:lnTo>
                  <a:pt x="23938" y="191944"/>
                </a:lnTo>
                <a:cubicBezTo>
                  <a:pt x="18468" y="197415"/>
                  <a:pt x="9584" y="197415"/>
                  <a:pt x="4114" y="191944"/>
                </a:cubicBezTo>
                <a:cubicBezTo>
                  <a:pt x="-1357" y="186474"/>
                  <a:pt x="-1357" y="177590"/>
                  <a:pt x="4114" y="172120"/>
                </a:cubicBezTo>
                <a:lnTo>
                  <a:pt x="64200" y="112033"/>
                </a:lnTo>
                <a:lnTo>
                  <a:pt x="4114" y="51903"/>
                </a:lnTo>
                <a:close/>
                <a:moveTo>
                  <a:pt x="98029" y="168050"/>
                </a:moveTo>
                <a:lnTo>
                  <a:pt x="210062" y="168050"/>
                </a:lnTo>
                <a:cubicBezTo>
                  <a:pt x="217808" y="168050"/>
                  <a:pt x="224066" y="174308"/>
                  <a:pt x="224066" y="182054"/>
                </a:cubicBezTo>
                <a:cubicBezTo>
                  <a:pt x="224066" y="189800"/>
                  <a:pt x="217808" y="196058"/>
                  <a:pt x="210062" y="196058"/>
                </a:cubicBezTo>
                <a:lnTo>
                  <a:pt x="98029" y="196058"/>
                </a:lnTo>
                <a:cubicBezTo>
                  <a:pt x="90283" y="196058"/>
                  <a:pt x="84025" y="189800"/>
                  <a:pt x="84025" y="182054"/>
                </a:cubicBezTo>
                <a:cubicBezTo>
                  <a:pt x="84025" y="174308"/>
                  <a:pt x="90283" y="168050"/>
                  <a:pt x="98029" y="16805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97094" y="2061409"/>
            <a:ext cx="9444389" cy="31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64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spark-submit 命令示例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7012" y="2554354"/>
            <a:ext cx="9612438" cy="3932361"/>
          </a:xfrm>
          <a:custGeom>
            <a:avLst/>
            <a:gdLst/>
            <a:ahLst/>
            <a:cxnLst/>
            <a:rect l="l" t="t" r="r" b="b"/>
            <a:pathLst>
              <a:path w="9612438" h="3932361">
                <a:moveTo>
                  <a:pt x="89619" y="0"/>
                </a:moveTo>
                <a:lnTo>
                  <a:pt x="9522820" y="0"/>
                </a:lnTo>
                <a:cubicBezTo>
                  <a:pt x="9572315" y="0"/>
                  <a:pt x="9612438" y="40124"/>
                  <a:pt x="9612438" y="89619"/>
                </a:cubicBezTo>
                <a:lnTo>
                  <a:pt x="9612438" y="3842743"/>
                </a:lnTo>
                <a:cubicBezTo>
                  <a:pt x="9612438" y="3892238"/>
                  <a:pt x="9572315" y="3932361"/>
                  <a:pt x="9522820" y="3932361"/>
                </a:cubicBezTo>
                <a:lnTo>
                  <a:pt x="89619" y="3932361"/>
                </a:lnTo>
                <a:cubicBezTo>
                  <a:pt x="40124" y="3932361"/>
                  <a:pt x="0" y="3892238"/>
                  <a:pt x="0" y="3842743"/>
                </a:cubicBezTo>
                <a:lnTo>
                  <a:pt x="0" y="89619"/>
                </a:lnTo>
                <a:cubicBezTo>
                  <a:pt x="0" y="40157"/>
                  <a:pt x="40157" y="0"/>
                  <a:pt x="8961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96265" y="2733607"/>
            <a:ext cx="9332356" cy="35738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35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./bin/spark-submit \</a:t>
            </a:r>
          </a:p>
          <a:p>
            <a:pPr>
              <a:lnSpc>
                <a:spcPct val="140000"/>
              </a:lnSpc>
            </a:pPr>
            <a:r>
              <a:rPr lang="en-US" sz="1235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--master k8s://https://&lt;</a:t>
            </a:r>
            <a:r>
              <a:rPr lang="en-US" sz="1235" dirty="0" err="1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</a:t>
            </a:r>
            <a:r>
              <a:rPr lang="en-US" sz="1235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-server&gt;:6443 \</a:t>
            </a:r>
          </a:p>
          <a:p>
            <a:pPr>
              <a:lnSpc>
                <a:spcPct val="140000"/>
              </a:lnSpc>
            </a:pPr>
            <a:r>
              <a:rPr lang="en-US" sz="1235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--deploy-mode cluster \</a:t>
            </a:r>
          </a:p>
          <a:p>
            <a:pPr>
              <a:lnSpc>
                <a:spcPct val="140000"/>
              </a:lnSpc>
            </a:pPr>
            <a:r>
              <a:rPr lang="en-US" sz="1235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--name spark-pi \</a:t>
            </a:r>
          </a:p>
          <a:p>
            <a:pPr>
              <a:lnSpc>
                <a:spcPct val="140000"/>
              </a:lnSpc>
            </a:pPr>
            <a:r>
              <a:rPr lang="en-US" sz="1235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--class </a:t>
            </a:r>
            <a:r>
              <a:rPr lang="en-US" sz="1235" dirty="0" err="1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org.apache.spark.examples.SparkPi</a:t>
            </a:r>
            <a:r>
              <a:rPr lang="en-US" sz="1235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\</a:t>
            </a:r>
          </a:p>
          <a:p>
            <a:pPr>
              <a:lnSpc>
                <a:spcPct val="140000"/>
              </a:lnSpc>
            </a:pPr>
            <a:r>
              <a:rPr lang="en-US" sz="1235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--conf </a:t>
            </a:r>
            <a:r>
              <a:rPr lang="en-US" sz="1235" dirty="0" err="1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spark.executor.instances</a:t>
            </a:r>
            <a:r>
              <a:rPr lang="en-US" sz="1235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=3 \</a:t>
            </a:r>
          </a:p>
          <a:p>
            <a:pPr>
              <a:lnSpc>
                <a:spcPct val="140000"/>
              </a:lnSpc>
            </a:pPr>
            <a:r>
              <a:rPr lang="en-US" sz="1235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--conf </a:t>
            </a:r>
            <a:r>
              <a:rPr lang="en-US" sz="1235" dirty="0" err="1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spark.executor.memory</a:t>
            </a:r>
            <a:r>
              <a:rPr lang="en-US" sz="1235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=2g \</a:t>
            </a:r>
          </a:p>
          <a:p>
            <a:pPr>
              <a:lnSpc>
                <a:spcPct val="140000"/>
              </a:lnSpc>
            </a:pPr>
            <a:r>
              <a:rPr lang="en-US" sz="1235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--conf </a:t>
            </a:r>
            <a:r>
              <a:rPr lang="en-US" sz="1235" dirty="0" err="1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spark.executor.cores</a:t>
            </a:r>
            <a:r>
              <a:rPr lang="en-US" sz="1235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=1 \</a:t>
            </a:r>
          </a:p>
          <a:p>
            <a:pPr>
              <a:lnSpc>
                <a:spcPct val="140000"/>
              </a:lnSpc>
            </a:pPr>
            <a:r>
              <a:rPr lang="en-US" sz="1235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--conf </a:t>
            </a:r>
            <a:r>
              <a:rPr lang="en-US" sz="1235" dirty="0" err="1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spark.driver.memory</a:t>
            </a:r>
            <a:r>
              <a:rPr lang="en-US" sz="1235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=1g \</a:t>
            </a:r>
          </a:p>
          <a:p>
            <a:pPr>
              <a:lnSpc>
                <a:spcPct val="140000"/>
              </a:lnSpc>
            </a:pPr>
            <a:r>
              <a:rPr lang="en-US" sz="1235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--conf </a:t>
            </a:r>
            <a:r>
              <a:rPr lang="en-US" sz="1235" dirty="0" err="1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spark.kubernetes.container.image</a:t>
            </a:r>
            <a:r>
              <a:rPr lang="en-US" sz="1235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=&lt;spark-image&gt; \</a:t>
            </a:r>
          </a:p>
          <a:p>
            <a:pPr>
              <a:lnSpc>
                <a:spcPct val="140000"/>
              </a:lnSpc>
            </a:pPr>
            <a:r>
              <a:rPr lang="en-US" sz="1235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--conf </a:t>
            </a:r>
            <a:r>
              <a:rPr lang="en-US" sz="1235" dirty="0" err="1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spark.kubernetes.namespace</a:t>
            </a:r>
            <a:r>
              <a:rPr lang="en-US" sz="1235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=spark-apps \</a:t>
            </a:r>
          </a:p>
          <a:p>
            <a:pPr>
              <a:lnSpc>
                <a:spcPct val="140000"/>
              </a:lnSpc>
            </a:pPr>
            <a:r>
              <a:rPr lang="en-US" sz="1235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--conf </a:t>
            </a:r>
            <a:r>
              <a:rPr lang="en-US" sz="1235" dirty="0" err="1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spark.kubernetes.authenticate.driver.serviceAccountName</a:t>
            </a:r>
            <a:r>
              <a:rPr lang="en-US" sz="1235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=spark \</a:t>
            </a:r>
          </a:p>
          <a:p>
            <a:pPr>
              <a:lnSpc>
                <a:spcPct val="140000"/>
              </a:lnSpc>
            </a:pPr>
            <a:r>
              <a:rPr lang="en-US" sz="1235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--conf </a:t>
            </a:r>
            <a:r>
              <a:rPr lang="en-US" sz="1235" dirty="0" err="1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spark.kubernetes.driver.pod.name</a:t>
            </a:r>
            <a:r>
              <a:rPr lang="en-US" sz="1235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=spark-pi-driver \</a:t>
            </a:r>
          </a:p>
          <a:p>
            <a:pPr>
              <a:lnSpc>
                <a:spcPct val="140000"/>
              </a:lnSpc>
            </a:pPr>
            <a:r>
              <a:rPr lang="en-US" sz="1235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local:///opt/spark/examples/jars/spark-</a:t>
            </a:r>
            <a:r>
              <a:rPr lang="en-US" sz="1235" dirty="0" err="1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examples.jar</a:t>
            </a:r>
            <a:endParaRPr lang="en-US" sz="1235" dirty="0">
              <a:solidFill>
                <a:srgbClr val="4FD1C5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875874" y="1803733"/>
            <a:ext cx="4918252" cy="5624061"/>
          </a:xfrm>
          <a:custGeom>
            <a:avLst/>
            <a:gdLst/>
            <a:ahLst/>
            <a:cxnLst/>
            <a:rect l="l" t="t" r="r" b="b"/>
            <a:pathLst>
              <a:path w="4918252" h="5624061">
                <a:moveTo>
                  <a:pt x="89611" y="0"/>
                </a:moveTo>
                <a:lnTo>
                  <a:pt x="4828642" y="0"/>
                </a:lnTo>
                <a:cubicBezTo>
                  <a:pt x="4878132" y="0"/>
                  <a:pt x="4918252" y="40120"/>
                  <a:pt x="4918252" y="89611"/>
                </a:cubicBezTo>
                <a:lnTo>
                  <a:pt x="4918252" y="5534450"/>
                </a:lnTo>
                <a:cubicBezTo>
                  <a:pt x="4918252" y="5583941"/>
                  <a:pt x="4878132" y="5624061"/>
                  <a:pt x="4828642" y="5624061"/>
                </a:cubicBezTo>
                <a:lnTo>
                  <a:pt x="89611" y="5624061"/>
                </a:lnTo>
                <a:cubicBezTo>
                  <a:pt x="40120" y="5624061"/>
                  <a:pt x="0" y="5583941"/>
                  <a:pt x="0" y="5534450"/>
                </a:cubicBezTo>
                <a:lnTo>
                  <a:pt x="0" y="89611"/>
                </a:lnTo>
                <a:cubicBezTo>
                  <a:pt x="0" y="40153"/>
                  <a:pt x="40153" y="0"/>
                  <a:pt x="89611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11183965" y="2128629"/>
            <a:ext cx="224066" cy="224066"/>
          </a:xfrm>
          <a:custGeom>
            <a:avLst/>
            <a:gdLst/>
            <a:ahLst/>
            <a:cxnLst/>
            <a:rect l="l" t="t" r="r" b="b"/>
            <a:pathLst>
              <a:path w="224066" h="224066">
                <a:moveTo>
                  <a:pt x="14004" y="28008"/>
                </a:moveTo>
                <a:cubicBezTo>
                  <a:pt x="6258" y="28008"/>
                  <a:pt x="0" y="34266"/>
                  <a:pt x="0" y="42012"/>
                </a:cubicBezTo>
                <a:cubicBezTo>
                  <a:pt x="0" y="49758"/>
                  <a:pt x="6258" y="56017"/>
                  <a:pt x="14004" y="56017"/>
                </a:cubicBezTo>
                <a:lnTo>
                  <a:pt x="51947" y="56017"/>
                </a:lnTo>
                <a:cubicBezTo>
                  <a:pt x="57329" y="68401"/>
                  <a:pt x="69671" y="77023"/>
                  <a:pt x="84025" y="77023"/>
                </a:cubicBezTo>
                <a:cubicBezTo>
                  <a:pt x="98379" y="77023"/>
                  <a:pt x="110720" y="68401"/>
                  <a:pt x="116103" y="56017"/>
                </a:cubicBezTo>
                <a:lnTo>
                  <a:pt x="210062" y="56017"/>
                </a:lnTo>
                <a:cubicBezTo>
                  <a:pt x="217808" y="56017"/>
                  <a:pt x="224066" y="49758"/>
                  <a:pt x="224066" y="42012"/>
                </a:cubicBezTo>
                <a:cubicBezTo>
                  <a:pt x="224066" y="34266"/>
                  <a:pt x="217808" y="28008"/>
                  <a:pt x="210062" y="28008"/>
                </a:cubicBezTo>
                <a:lnTo>
                  <a:pt x="116103" y="28008"/>
                </a:lnTo>
                <a:cubicBezTo>
                  <a:pt x="110720" y="15623"/>
                  <a:pt x="98379" y="7002"/>
                  <a:pt x="84025" y="7002"/>
                </a:cubicBezTo>
                <a:cubicBezTo>
                  <a:pt x="69671" y="7002"/>
                  <a:pt x="57329" y="15623"/>
                  <a:pt x="51947" y="28008"/>
                </a:cubicBezTo>
                <a:lnTo>
                  <a:pt x="14004" y="28008"/>
                </a:lnTo>
                <a:close/>
                <a:moveTo>
                  <a:pt x="14004" y="98029"/>
                </a:moveTo>
                <a:cubicBezTo>
                  <a:pt x="6258" y="98029"/>
                  <a:pt x="0" y="104287"/>
                  <a:pt x="0" y="112033"/>
                </a:cubicBezTo>
                <a:cubicBezTo>
                  <a:pt x="0" y="119779"/>
                  <a:pt x="6258" y="126037"/>
                  <a:pt x="14004" y="126037"/>
                </a:cubicBezTo>
                <a:lnTo>
                  <a:pt x="121967" y="126037"/>
                </a:lnTo>
                <a:cubicBezTo>
                  <a:pt x="127350" y="138422"/>
                  <a:pt x="139691" y="147043"/>
                  <a:pt x="154045" y="147043"/>
                </a:cubicBezTo>
                <a:cubicBezTo>
                  <a:pt x="168400" y="147043"/>
                  <a:pt x="180741" y="138422"/>
                  <a:pt x="186124" y="126037"/>
                </a:cubicBezTo>
                <a:lnTo>
                  <a:pt x="210062" y="126037"/>
                </a:lnTo>
                <a:cubicBezTo>
                  <a:pt x="217808" y="126037"/>
                  <a:pt x="224066" y="119779"/>
                  <a:pt x="224066" y="112033"/>
                </a:cubicBezTo>
                <a:cubicBezTo>
                  <a:pt x="224066" y="104287"/>
                  <a:pt x="217808" y="98029"/>
                  <a:pt x="210062" y="98029"/>
                </a:cubicBezTo>
                <a:lnTo>
                  <a:pt x="186124" y="98029"/>
                </a:lnTo>
                <a:cubicBezTo>
                  <a:pt x="180741" y="85644"/>
                  <a:pt x="168400" y="77023"/>
                  <a:pt x="154045" y="77023"/>
                </a:cubicBezTo>
                <a:cubicBezTo>
                  <a:pt x="139691" y="77023"/>
                  <a:pt x="127350" y="85644"/>
                  <a:pt x="121967" y="98029"/>
                </a:cubicBezTo>
                <a:lnTo>
                  <a:pt x="14004" y="98029"/>
                </a:lnTo>
                <a:close/>
                <a:moveTo>
                  <a:pt x="14004" y="168050"/>
                </a:moveTo>
                <a:cubicBezTo>
                  <a:pt x="6258" y="168050"/>
                  <a:pt x="0" y="174308"/>
                  <a:pt x="0" y="182054"/>
                </a:cubicBezTo>
                <a:cubicBezTo>
                  <a:pt x="0" y="189800"/>
                  <a:pt x="6258" y="196058"/>
                  <a:pt x="14004" y="196058"/>
                </a:cubicBezTo>
                <a:lnTo>
                  <a:pt x="37942" y="196058"/>
                </a:lnTo>
                <a:cubicBezTo>
                  <a:pt x="43325" y="208443"/>
                  <a:pt x="55666" y="217064"/>
                  <a:pt x="70021" y="217064"/>
                </a:cubicBezTo>
                <a:cubicBezTo>
                  <a:pt x="84375" y="217064"/>
                  <a:pt x="96716" y="208443"/>
                  <a:pt x="102099" y="196058"/>
                </a:cubicBezTo>
                <a:lnTo>
                  <a:pt x="210062" y="196058"/>
                </a:lnTo>
                <a:cubicBezTo>
                  <a:pt x="217808" y="196058"/>
                  <a:pt x="224066" y="189800"/>
                  <a:pt x="224066" y="182054"/>
                </a:cubicBezTo>
                <a:cubicBezTo>
                  <a:pt x="224066" y="174308"/>
                  <a:pt x="217808" y="168050"/>
                  <a:pt x="210062" y="168050"/>
                </a:cubicBezTo>
                <a:lnTo>
                  <a:pt x="102099" y="168050"/>
                </a:lnTo>
                <a:cubicBezTo>
                  <a:pt x="96716" y="155665"/>
                  <a:pt x="84375" y="147043"/>
                  <a:pt x="70021" y="147043"/>
                </a:cubicBezTo>
                <a:cubicBezTo>
                  <a:pt x="55666" y="147043"/>
                  <a:pt x="43325" y="155665"/>
                  <a:pt x="37942" y="168050"/>
                </a:cubicBezTo>
                <a:lnTo>
                  <a:pt x="14004" y="16805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1436039" y="2083815"/>
            <a:ext cx="4190037" cy="31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64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关键配置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155957" y="2576761"/>
            <a:ext cx="4358087" cy="806638"/>
          </a:xfrm>
          <a:custGeom>
            <a:avLst/>
            <a:gdLst/>
            <a:ahLst/>
            <a:cxnLst/>
            <a:rect l="l" t="t" r="r" b="b"/>
            <a:pathLst>
              <a:path w="4358087" h="806638">
                <a:moveTo>
                  <a:pt x="89626" y="0"/>
                </a:moveTo>
                <a:lnTo>
                  <a:pt x="4268461" y="0"/>
                </a:lnTo>
                <a:cubicBezTo>
                  <a:pt x="4317960" y="0"/>
                  <a:pt x="4358087" y="40127"/>
                  <a:pt x="4358087" y="89626"/>
                </a:cubicBezTo>
                <a:lnTo>
                  <a:pt x="4358087" y="717013"/>
                </a:lnTo>
                <a:cubicBezTo>
                  <a:pt x="4358087" y="766511"/>
                  <a:pt x="4317960" y="806638"/>
                  <a:pt x="4268461" y="806638"/>
                </a:cubicBezTo>
                <a:lnTo>
                  <a:pt x="89626" y="806638"/>
                </a:lnTo>
                <a:cubicBezTo>
                  <a:pt x="40127" y="806638"/>
                  <a:pt x="0" y="766511"/>
                  <a:pt x="0" y="717013"/>
                </a:cubicBezTo>
                <a:lnTo>
                  <a:pt x="0" y="89626"/>
                </a:lnTo>
                <a:cubicBezTo>
                  <a:pt x="0" y="40127"/>
                  <a:pt x="40127" y="0"/>
                  <a:pt x="89626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1290396" y="2711201"/>
            <a:ext cx="4167631" cy="224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5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--master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290396" y="2980080"/>
            <a:ext cx="4178834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Kubernetes API Server 地址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155957" y="3517839"/>
            <a:ext cx="4358087" cy="806638"/>
          </a:xfrm>
          <a:custGeom>
            <a:avLst/>
            <a:gdLst/>
            <a:ahLst/>
            <a:cxnLst/>
            <a:rect l="l" t="t" r="r" b="b"/>
            <a:pathLst>
              <a:path w="4358087" h="806638">
                <a:moveTo>
                  <a:pt x="89626" y="0"/>
                </a:moveTo>
                <a:lnTo>
                  <a:pt x="4268461" y="0"/>
                </a:lnTo>
                <a:cubicBezTo>
                  <a:pt x="4317960" y="0"/>
                  <a:pt x="4358087" y="40127"/>
                  <a:pt x="4358087" y="89626"/>
                </a:cubicBezTo>
                <a:lnTo>
                  <a:pt x="4358087" y="717013"/>
                </a:lnTo>
                <a:cubicBezTo>
                  <a:pt x="4358087" y="766511"/>
                  <a:pt x="4317960" y="806638"/>
                  <a:pt x="4268461" y="806638"/>
                </a:cubicBezTo>
                <a:lnTo>
                  <a:pt x="89626" y="806638"/>
                </a:lnTo>
                <a:cubicBezTo>
                  <a:pt x="40127" y="806638"/>
                  <a:pt x="0" y="766511"/>
                  <a:pt x="0" y="717013"/>
                </a:cubicBezTo>
                <a:lnTo>
                  <a:pt x="0" y="89626"/>
                </a:lnTo>
                <a:cubicBezTo>
                  <a:pt x="0" y="40127"/>
                  <a:pt x="40127" y="0"/>
                  <a:pt x="89626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1290396" y="3652278"/>
            <a:ext cx="4167631" cy="224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5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--deploy-mode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290396" y="3921158"/>
            <a:ext cx="4178834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部署模式（cluster）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155957" y="4458917"/>
            <a:ext cx="4358087" cy="806638"/>
          </a:xfrm>
          <a:custGeom>
            <a:avLst/>
            <a:gdLst/>
            <a:ahLst/>
            <a:cxnLst/>
            <a:rect l="l" t="t" r="r" b="b"/>
            <a:pathLst>
              <a:path w="4358087" h="806638">
                <a:moveTo>
                  <a:pt x="89626" y="0"/>
                </a:moveTo>
                <a:lnTo>
                  <a:pt x="4268461" y="0"/>
                </a:lnTo>
                <a:cubicBezTo>
                  <a:pt x="4317960" y="0"/>
                  <a:pt x="4358087" y="40127"/>
                  <a:pt x="4358087" y="89626"/>
                </a:cubicBezTo>
                <a:lnTo>
                  <a:pt x="4358087" y="717013"/>
                </a:lnTo>
                <a:cubicBezTo>
                  <a:pt x="4358087" y="766511"/>
                  <a:pt x="4317960" y="806638"/>
                  <a:pt x="4268461" y="806638"/>
                </a:cubicBezTo>
                <a:lnTo>
                  <a:pt x="89626" y="806638"/>
                </a:lnTo>
                <a:cubicBezTo>
                  <a:pt x="40127" y="806638"/>
                  <a:pt x="0" y="766511"/>
                  <a:pt x="0" y="717013"/>
                </a:cubicBezTo>
                <a:lnTo>
                  <a:pt x="0" y="89626"/>
                </a:lnTo>
                <a:cubicBezTo>
                  <a:pt x="0" y="40127"/>
                  <a:pt x="40127" y="0"/>
                  <a:pt x="89626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1290396" y="4593356"/>
            <a:ext cx="4167631" cy="224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5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--class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290396" y="4862236"/>
            <a:ext cx="4178834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主类名称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155957" y="5399994"/>
            <a:ext cx="4358087" cy="806638"/>
          </a:xfrm>
          <a:custGeom>
            <a:avLst/>
            <a:gdLst/>
            <a:ahLst/>
            <a:cxnLst/>
            <a:rect l="l" t="t" r="r" b="b"/>
            <a:pathLst>
              <a:path w="4358087" h="806638">
                <a:moveTo>
                  <a:pt x="89626" y="0"/>
                </a:moveTo>
                <a:lnTo>
                  <a:pt x="4268461" y="0"/>
                </a:lnTo>
                <a:cubicBezTo>
                  <a:pt x="4317960" y="0"/>
                  <a:pt x="4358087" y="40127"/>
                  <a:pt x="4358087" y="89626"/>
                </a:cubicBezTo>
                <a:lnTo>
                  <a:pt x="4358087" y="717013"/>
                </a:lnTo>
                <a:cubicBezTo>
                  <a:pt x="4358087" y="766511"/>
                  <a:pt x="4317960" y="806638"/>
                  <a:pt x="4268461" y="806638"/>
                </a:cubicBezTo>
                <a:lnTo>
                  <a:pt x="89626" y="806638"/>
                </a:lnTo>
                <a:cubicBezTo>
                  <a:pt x="40127" y="806638"/>
                  <a:pt x="0" y="766511"/>
                  <a:pt x="0" y="717013"/>
                </a:cubicBezTo>
                <a:lnTo>
                  <a:pt x="0" y="89626"/>
                </a:lnTo>
                <a:cubicBezTo>
                  <a:pt x="0" y="40127"/>
                  <a:pt x="40127" y="0"/>
                  <a:pt x="89626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1290396" y="5534434"/>
            <a:ext cx="4167631" cy="224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5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spark.executor.instances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290396" y="5803314"/>
            <a:ext cx="4178834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Executor 实例数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1155957" y="6341072"/>
            <a:ext cx="4358087" cy="806638"/>
          </a:xfrm>
          <a:custGeom>
            <a:avLst/>
            <a:gdLst/>
            <a:ahLst/>
            <a:cxnLst/>
            <a:rect l="l" t="t" r="r" b="b"/>
            <a:pathLst>
              <a:path w="4358087" h="806638">
                <a:moveTo>
                  <a:pt x="89626" y="0"/>
                </a:moveTo>
                <a:lnTo>
                  <a:pt x="4268461" y="0"/>
                </a:lnTo>
                <a:cubicBezTo>
                  <a:pt x="4317960" y="0"/>
                  <a:pt x="4358087" y="40127"/>
                  <a:pt x="4358087" y="89626"/>
                </a:cubicBezTo>
                <a:lnTo>
                  <a:pt x="4358087" y="717013"/>
                </a:lnTo>
                <a:cubicBezTo>
                  <a:pt x="4358087" y="766511"/>
                  <a:pt x="4317960" y="806638"/>
                  <a:pt x="4268461" y="806638"/>
                </a:cubicBezTo>
                <a:lnTo>
                  <a:pt x="89626" y="806638"/>
                </a:lnTo>
                <a:cubicBezTo>
                  <a:pt x="40127" y="806638"/>
                  <a:pt x="0" y="766511"/>
                  <a:pt x="0" y="717013"/>
                </a:cubicBezTo>
                <a:lnTo>
                  <a:pt x="0" y="89626"/>
                </a:lnTo>
                <a:cubicBezTo>
                  <a:pt x="0" y="40127"/>
                  <a:pt x="40127" y="0"/>
                  <a:pt x="89626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1290396" y="6475512"/>
            <a:ext cx="4167631" cy="224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5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spark.kubernetes.container.image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290396" y="6744391"/>
            <a:ext cx="4178834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容器镜像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0539" y="7707876"/>
            <a:ext cx="4974269" cy="985891"/>
          </a:xfrm>
          <a:custGeom>
            <a:avLst/>
            <a:gdLst/>
            <a:ahLst/>
            <a:cxnLst/>
            <a:rect l="l" t="t" r="r" b="b"/>
            <a:pathLst>
              <a:path w="4974269" h="985891">
                <a:moveTo>
                  <a:pt x="44813" y="0"/>
                </a:moveTo>
                <a:lnTo>
                  <a:pt x="4884641" y="0"/>
                </a:lnTo>
                <a:cubicBezTo>
                  <a:pt x="4934141" y="0"/>
                  <a:pt x="4974269" y="40128"/>
                  <a:pt x="4974269" y="89627"/>
                </a:cubicBezTo>
                <a:lnTo>
                  <a:pt x="4974269" y="896264"/>
                </a:lnTo>
                <a:cubicBezTo>
                  <a:pt x="4974269" y="945764"/>
                  <a:pt x="4934141" y="985891"/>
                  <a:pt x="4884641" y="985891"/>
                </a:cubicBezTo>
                <a:lnTo>
                  <a:pt x="44813" y="985891"/>
                </a:lnTo>
                <a:cubicBezTo>
                  <a:pt x="20064" y="985891"/>
                  <a:pt x="0" y="965828"/>
                  <a:pt x="0" y="941078"/>
                </a:cubicBezTo>
                <a:lnTo>
                  <a:pt x="0" y="44813"/>
                </a:lnTo>
                <a:cubicBezTo>
                  <a:pt x="0" y="20080"/>
                  <a:pt x="20080" y="0"/>
                  <a:pt x="4481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470539" y="7707876"/>
            <a:ext cx="44813" cy="985891"/>
          </a:xfrm>
          <a:custGeom>
            <a:avLst/>
            <a:gdLst/>
            <a:ahLst/>
            <a:cxnLst/>
            <a:rect l="l" t="t" r="r" b="b"/>
            <a:pathLst>
              <a:path w="44813" h="985891">
                <a:moveTo>
                  <a:pt x="44813" y="0"/>
                </a:moveTo>
                <a:lnTo>
                  <a:pt x="44813" y="0"/>
                </a:lnTo>
                <a:lnTo>
                  <a:pt x="44813" y="985891"/>
                </a:lnTo>
                <a:lnTo>
                  <a:pt x="44813" y="985891"/>
                </a:lnTo>
                <a:cubicBezTo>
                  <a:pt x="20064" y="985891"/>
                  <a:pt x="0" y="965828"/>
                  <a:pt x="0" y="941078"/>
                </a:cubicBezTo>
                <a:lnTo>
                  <a:pt x="0" y="44813"/>
                </a:lnTo>
                <a:cubicBezTo>
                  <a:pt x="0" y="20064"/>
                  <a:pt x="20064" y="0"/>
                  <a:pt x="44813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72198" y="7887129"/>
            <a:ext cx="468298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资源配置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2198" y="8245635"/>
            <a:ext cx="468298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内存、CPU、实例数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648918" y="7707876"/>
            <a:ext cx="4974269" cy="985891"/>
          </a:xfrm>
          <a:custGeom>
            <a:avLst/>
            <a:gdLst/>
            <a:ahLst/>
            <a:cxnLst/>
            <a:rect l="l" t="t" r="r" b="b"/>
            <a:pathLst>
              <a:path w="4974269" h="985891">
                <a:moveTo>
                  <a:pt x="44813" y="0"/>
                </a:moveTo>
                <a:lnTo>
                  <a:pt x="4884641" y="0"/>
                </a:lnTo>
                <a:cubicBezTo>
                  <a:pt x="4934141" y="0"/>
                  <a:pt x="4974269" y="40128"/>
                  <a:pt x="4974269" y="89627"/>
                </a:cubicBezTo>
                <a:lnTo>
                  <a:pt x="4974269" y="896264"/>
                </a:lnTo>
                <a:cubicBezTo>
                  <a:pt x="4974269" y="945764"/>
                  <a:pt x="4934141" y="985891"/>
                  <a:pt x="4884641" y="985891"/>
                </a:cubicBezTo>
                <a:lnTo>
                  <a:pt x="44813" y="985891"/>
                </a:lnTo>
                <a:cubicBezTo>
                  <a:pt x="20064" y="985891"/>
                  <a:pt x="0" y="965828"/>
                  <a:pt x="0" y="941078"/>
                </a:cubicBezTo>
                <a:lnTo>
                  <a:pt x="0" y="44813"/>
                </a:lnTo>
                <a:cubicBezTo>
                  <a:pt x="0" y="20080"/>
                  <a:pt x="20080" y="0"/>
                  <a:pt x="4481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5648918" y="7707876"/>
            <a:ext cx="44813" cy="985891"/>
          </a:xfrm>
          <a:custGeom>
            <a:avLst/>
            <a:gdLst/>
            <a:ahLst/>
            <a:cxnLst/>
            <a:rect l="l" t="t" r="r" b="b"/>
            <a:pathLst>
              <a:path w="44813" h="985891">
                <a:moveTo>
                  <a:pt x="44813" y="0"/>
                </a:moveTo>
                <a:lnTo>
                  <a:pt x="44813" y="0"/>
                </a:lnTo>
                <a:lnTo>
                  <a:pt x="44813" y="985891"/>
                </a:lnTo>
                <a:lnTo>
                  <a:pt x="44813" y="985891"/>
                </a:lnTo>
                <a:cubicBezTo>
                  <a:pt x="20064" y="985891"/>
                  <a:pt x="0" y="965828"/>
                  <a:pt x="0" y="941078"/>
                </a:cubicBezTo>
                <a:lnTo>
                  <a:pt x="0" y="44813"/>
                </a:lnTo>
                <a:cubicBezTo>
                  <a:pt x="0" y="20064"/>
                  <a:pt x="20064" y="0"/>
                  <a:pt x="44813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850578" y="7887129"/>
            <a:ext cx="468298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Kubernetes 配置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850578" y="8245635"/>
            <a:ext cx="468298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命名空间、服务账号、Pod 名称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827297" y="7707876"/>
            <a:ext cx="4974269" cy="985891"/>
          </a:xfrm>
          <a:custGeom>
            <a:avLst/>
            <a:gdLst/>
            <a:ahLst/>
            <a:cxnLst/>
            <a:rect l="l" t="t" r="r" b="b"/>
            <a:pathLst>
              <a:path w="4974269" h="985891">
                <a:moveTo>
                  <a:pt x="44813" y="0"/>
                </a:moveTo>
                <a:lnTo>
                  <a:pt x="4884641" y="0"/>
                </a:lnTo>
                <a:cubicBezTo>
                  <a:pt x="4934141" y="0"/>
                  <a:pt x="4974269" y="40128"/>
                  <a:pt x="4974269" y="89627"/>
                </a:cubicBezTo>
                <a:lnTo>
                  <a:pt x="4974269" y="896264"/>
                </a:lnTo>
                <a:cubicBezTo>
                  <a:pt x="4974269" y="945764"/>
                  <a:pt x="4934141" y="985891"/>
                  <a:pt x="4884641" y="985891"/>
                </a:cubicBezTo>
                <a:lnTo>
                  <a:pt x="44813" y="985891"/>
                </a:lnTo>
                <a:cubicBezTo>
                  <a:pt x="20064" y="985891"/>
                  <a:pt x="0" y="965828"/>
                  <a:pt x="0" y="941078"/>
                </a:cubicBezTo>
                <a:lnTo>
                  <a:pt x="0" y="44813"/>
                </a:lnTo>
                <a:cubicBezTo>
                  <a:pt x="0" y="20080"/>
                  <a:pt x="20080" y="0"/>
                  <a:pt x="4481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10827297" y="7707876"/>
            <a:ext cx="44813" cy="985891"/>
          </a:xfrm>
          <a:custGeom>
            <a:avLst/>
            <a:gdLst/>
            <a:ahLst/>
            <a:cxnLst/>
            <a:rect l="l" t="t" r="r" b="b"/>
            <a:pathLst>
              <a:path w="44813" h="985891">
                <a:moveTo>
                  <a:pt x="44813" y="0"/>
                </a:moveTo>
                <a:lnTo>
                  <a:pt x="44813" y="0"/>
                </a:lnTo>
                <a:lnTo>
                  <a:pt x="44813" y="985891"/>
                </a:lnTo>
                <a:lnTo>
                  <a:pt x="44813" y="985891"/>
                </a:lnTo>
                <a:cubicBezTo>
                  <a:pt x="20064" y="985891"/>
                  <a:pt x="0" y="965828"/>
                  <a:pt x="0" y="941078"/>
                </a:cubicBezTo>
                <a:lnTo>
                  <a:pt x="0" y="44813"/>
                </a:lnTo>
                <a:cubicBezTo>
                  <a:pt x="0" y="20064"/>
                  <a:pt x="20064" y="0"/>
                  <a:pt x="44813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1028957" y="7887129"/>
            <a:ext cx="468298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应用配置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028957" y="8245635"/>
            <a:ext cx="468298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主类、应用名称、依赖文件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执行流程详解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2032000"/>
            <a:ext cx="3632200" cy="1574800"/>
          </a:xfrm>
          <a:custGeom>
            <a:avLst/>
            <a:gdLst/>
            <a:ahLst/>
            <a:cxnLst/>
            <a:rect l="l" t="t" r="r" b="b"/>
            <a:pathLst>
              <a:path w="3632200" h="1574800">
                <a:moveTo>
                  <a:pt x="50800" y="0"/>
                </a:moveTo>
                <a:lnTo>
                  <a:pt x="3530594" y="0"/>
                </a:lnTo>
                <a:cubicBezTo>
                  <a:pt x="3586709" y="0"/>
                  <a:pt x="3632200" y="45491"/>
                  <a:pt x="3632200" y="101606"/>
                </a:cubicBezTo>
                <a:lnTo>
                  <a:pt x="3632200" y="1473194"/>
                </a:lnTo>
                <a:cubicBezTo>
                  <a:pt x="3632200" y="1529309"/>
                  <a:pt x="3586709" y="1574800"/>
                  <a:pt x="3530594" y="1574800"/>
                </a:cubicBezTo>
                <a:lnTo>
                  <a:pt x="50800" y="1574800"/>
                </a:lnTo>
                <a:cubicBezTo>
                  <a:pt x="22744" y="1574800"/>
                  <a:pt x="0" y="1552056"/>
                  <a:pt x="0" y="1524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33400" y="2032000"/>
            <a:ext cx="50800" cy="1574800"/>
          </a:xfrm>
          <a:custGeom>
            <a:avLst/>
            <a:gdLst/>
            <a:ahLst/>
            <a:cxnLst/>
            <a:rect l="l" t="t" r="r" b="b"/>
            <a:pathLst>
              <a:path w="50800" h="1574800">
                <a:moveTo>
                  <a:pt x="50800" y="0"/>
                </a:moveTo>
                <a:lnTo>
                  <a:pt x="50800" y="0"/>
                </a:lnTo>
                <a:lnTo>
                  <a:pt x="50800" y="1574800"/>
                </a:lnTo>
                <a:lnTo>
                  <a:pt x="50800" y="1574800"/>
                </a:lnTo>
                <a:cubicBezTo>
                  <a:pt x="22763" y="1574800"/>
                  <a:pt x="0" y="1552037"/>
                  <a:pt x="0" y="1524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62000" y="2235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25215" y="2286000"/>
            <a:ext cx="17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70000" y="22606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客户端验证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2743200"/>
            <a:ext cx="330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 Submit 验证参数和集群访问权限，确保配置正确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94200" y="2032000"/>
            <a:ext cx="3632200" cy="1574800"/>
          </a:xfrm>
          <a:custGeom>
            <a:avLst/>
            <a:gdLst/>
            <a:ahLst/>
            <a:cxnLst/>
            <a:rect l="l" t="t" r="r" b="b"/>
            <a:pathLst>
              <a:path w="3632200" h="1574800">
                <a:moveTo>
                  <a:pt x="50800" y="0"/>
                </a:moveTo>
                <a:lnTo>
                  <a:pt x="3530594" y="0"/>
                </a:lnTo>
                <a:cubicBezTo>
                  <a:pt x="3586709" y="0"/>
                  <a:pt x="3632200" y="45491"/>
                  <a:pt x="3632200" y="101606"/>
                </a:cubicBezTo>
                <a:lnTo>
                  <a:pt x="3632200" y="1473194"/>
                </a:lnTo>
                <a:cubicBezTo>
                  <a:pt x="3632200" y="1529309"/>
                  <a:pt x="3586709" y="1574800"/>
                  <a:pt x="3530594" y="1574800"/>
                </a:cubicBezTo>
                <a:lnTo>
                  <a:pt x="50800" y="1574800"/>
                </a:lnTo>
                <a:cubicBezTo>
                  <a:pt x="22744" y="1574800"/>
                  <a:pt x="0" y="1552056"/>
                  <a:pt x="0" y="1524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394200" y="2032000"/>
            <a:ext cx="50800" cy="1574800"/>
          </a:xfrm>
          <a:custGeom>
            <a:avLst/>
            <a:gdLst/>
            <a:ahLst/>
            <a:cxnLst/>
            <a:rect l="l" t="t" r="r" b="b"/>
            <a:pathLst>
              <a:path w="50800" h="1574800">
                <a:moveTo>
                  <a:pt x="50800" y="0"/>
                </a:moveTo>
                <a:lnTo>
                  <a:pt x="50800" y="0"/>
                </a:lnTo>
                <a:lnTo>
                  <a:pt x="50800" y="1574800"/>
                </a:lnTo>
                <a:lnTo>
                  <a:pt x="50800" y="1574800"/>
                </a:lnTo>
                <a:cubicBezTo>
                  <a:pt x="22763" y="1574800"/>
                  <a:pt x="0" y="1552037"/>
                  <a:pt x="0" y="1524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622800" y="2235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768850" y="2286000"/>
            <a:ext cx="21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30800" y="2260600"/>
            <a:ext cx="1384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Driver Pod 创建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22800" y="2743200"/>
            <a:ext cx="330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 Kubernetes 中创建 Driver Pod，初始化 Spark 应用主节点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55000" y="2032000"/>
            <a:ext cx="3632200" cy="1574800"/>
          </a:xfrm>
          <a:custGeom>
            <a:avLst/>
            <a:gdLst/>
            <a:ahLst/>
            <a:cxnLst/>
            <a:rect l="l" t="t" r="r" b="b"/>
            <a:pathLst>
              <a:path w="3632200" h="1574800">
                <a:moveTo>
                  <a:pt x="50800" y="0"/>
                </a:moveTo>
                <a:lnTo>
                  <a:pt x="3530594" y="0"/>
                </a:lnTo>
                <a:cubicBezTo>
                  <a:pt x="3586709" y="0"/>
                  <a:pt x="3632200" y="45491"/>
                  <a:pt x="3632200" y="101606"/>
                </a:cubicBezTo>
                <a:lnTo>
                  <a:pt x="3632200" y="1473194"/>
                </a:lnTo>
                <a:cubicBezTo>
                  <a:pt x="3632200" y="1529309"/>
                  <a:pt x="3586709" y="1574800"/>
                  <a:pt x="3530594" y="1574800"/>
                </a:cubicBezTo>
                <a:lnTo>
                  <a:pt x="50800" y="1574800"/>
                </a:lnTo>
                <a:cubicBezTo>
                  <a:pt x="22744" y="1574800"/>
                  <a:pt x="0" y="1552056"/>
                  <a:pt x="0" y="1524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255000" y="2032000"/>
            <a:ext cx="50800" cy="1574800"/>
          </a:xfrm>
          <a:custGeom>
            <a:avLst/>
            <a:gdLst/>
            <a:ahLst/>
            <a:cxnLst/>
            <a:rect l="l" t="t" r="r" b="b"/>
            <a:pathLst>
              <a:path w="50800" h="1574800">
                <a:moveTo>
                  <a:pt x="50800" y="0"/>
                </a:moveTo>
                <a:lnTo>
                  <a:pt x="50800" y="0"/>
                </a:lnTo>
                <a:lnTo>
                  <a:pt x="50800" y="1574800"/>
                </a:lnTo>
                <a:lnTo>
                  <a:pt x="50800" y="1574800"/>
                </a:lnTo>
                <a:cubicBezTo>
                  <a:pt x="22763" y="1574800"/>
                  <a:pt x="0" y="1552037"/>
                  <a:pt x="0" y="1524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483600" y="2235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626971" y="2286000"/>
            <a:ext cx="21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91600" y="2260600"/>
            <a:ext cx="1206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应用程序启动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83600" y="2743200"/>
            <a:ext cx="330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Driver 启动并初始化 SparkContext，准备作业执行环境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115800" y="2032000"/>
            <a:ext cx="3632200" cy="1574800"/>
          </a:xfrm>
          <a:custGeom>
            <a:avLst/>
            <a:gdLst/>
            <a:ahLst/>
            <a:cxnLst/>
            <a:rect l="l" t="t" r="r" b="b"/>
            <a:pathLst>
              <a:path w="3632200" h="1574800">
                <a:moveTo>
                  <a:pt x="50800" y="0"/>
                </a:moveTo>
                <a:lnTo>
                  <a:pt x="3530594" y="0"/>
                </a:lnTo>
                <a:cubicBezTo>
                  <a:pt x="3586709" y="0"/>
                  <a:pt x="3632200" y="45491"/>
                  <a:pt x="3632200" y="101606"/>
                </a:cubicBezTo>
                <a:lnTo>
                  <a:pt x="3632200" y="1473194"/>
                </a:lnTo>
                <a:cubicBezTo>
                  <a:pt x="3632200" y="1529309"/>
                  <a:pt x="3586709" y="1574800"/>
                  <a:pt x="3530594" y="1574800"/>
                </a:cubicBezTo>
                <a:lnTo>
                  <a:pt x="50800" y="1574800"/>
                </a:lnTo>
                <a:cubicBezTo>
                  <a:pt x="22744" y="1574800"/>
                  <a:pt x="0" y="1552056"/>
                  <a:pt x="0" y="1524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2115800" y="2032000"/>
            <a:ext cx="50800" cy="1574800"/>
          </a:xfrm>
          <a:custGeom>
            <a:avLst/>
            <a:gdLst/>
            <a:ahLst/>
            <a:cxnLst/>
            <a:rect l="l" t="t" r="r" b="b"/>
            <a:pathLst>
              <a:path w="50800" h="1574800">
                <a:moveTo>
                  <a:pt x="50800" y="0"/>
                </a:moveTo>
                <a:lnTo>
                  <a:pt x="50800" y="0"/>
                </a:lnTo>
                <a:lnTo>
                  <a:pt x="50800" y="1574800"/>
                </a:lnTo>
                <a:lnTo>
                  <a:pt x="50800" y="1574800"/>
                </a:lnTo>
                <a:cubicBezTo>
                  <a:pt x="22763" y="1574800"/>
                  <a:pt x="0" y="1552037"/>
                  <a:pt x="0" y="1524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12344400" y="2235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2487970" y="2286000"/>
            <a:ext cx="21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852400" y="2260600"/>
            <a:ext cx="1244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Executor 分配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344400" y="2743200"/>
            <a:ext cx="330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Driver 请求 Kubernetes 创建 Executor Pods，准备任务执行资源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3400" y="3810000"/>
            <a:ext cx="3632200" cy="1574800"/>
          </a:xfrm>
          <a:custGeom>
            <a:avLst/>
            <a:gdLst/>
            <a:ahLst/>
            <a:cxnLst/>
            <a:rect l="l" t="t" r="r" b="b"/>
            <a:pathLst>
              <a:path w="3632200" h="1574800">
                <a:moveTo>
                  <a:pt x="50800" y="0"/>
                </a:moveTo>
                <a:lnTo>
                  <a:pt x="3530594" y="0"/>
                </a:lnTo>
                <a:cubicBezTo>
                  <a:pt x="3586709" y="0"/>
                  <a:pt x="3632200" y="45491"/>
                  <a:pt x="3632200" y="101606"/>
                </a:cubicBezTo>
                <a:lnTo>
                  <a:pt x="3632200" y="1473194"/>
                </a:lnTo>
                <a:cubicBezTo>
                  <a:pt x="3632200" y="1529309"/>
                  <a:pt x="3586709" y="1574800"/>
                  <a:pt x="3530594" y="1574800"/>
                </a:cubicBezTo>
                <a:lnTo>
                  <a:pt x="50800" y="1574800"/>
                </a:lnTo>
                <a:cubicBezTo>
                  <a:pt x="22744" y="1574800"/>
                  <a:pt x="0" y="1552056"/>
                  <a:pt x="0" y="1524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533400" y="3810000"/>
            <a:ext cx="50800" cy="1574800"/>
          </a:xfrm>
          <a:custGeom>
            <a:avLst/>
            <a:gdLst/>
            <a:ahLst/>
            <a:cxnLst/>
            <a:rect l="l" t="t" r="r" b="b"/>
            <a:pathLst>
              <a:path w="50800" h="1574800">
                <a:moveTo>
                  <a:pt x="50800" y="0"/>
                </a:moveTo>
                <a:lnTo>
                  <a:pt x="50800" y="0"/>
                </a:lnTo>
                <a:lnTo>
                  <a:pt x="50800" y="1574800"/>
                </a:lnTo>
                <a:lnTo>
                  <a:pt x="50800" y="1574800"/>
                </a:lnTo>
                <a:cubicBezTo>
                  <a:pt x="22763" y="1574800"/>
                  <a:pt x="0" y="1552037"/>
                  <a:pt x="0" y="1524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762000" y="4013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904478" y="4064000"/>
            <a:ext cx="22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70000" y="4038600"/>
            <a:ext cx="850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任务执行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2000" y="4521200"/>
            <a:ext cx="330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Executors 连接 Driver 并执行任务，进行分布式计算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94200" y="3810000"/>
            <a:ext cx="3632200" cy="1574800"/>
          </a:xfrm>
          <a:custGeom>
            <a:avLst/>
            <a:gdLst/>
            <a:ahLst/>
            <a:cxnLst/>
            <a:rect l="l" t="t" r="r" b="b"/>
            <a:pathLst>
              <a:path w="3632200" h="1574800">
                <a:moveTo>
                  <a:pt x="50800" y="0"/>
                </a:moveTo>
                <a:lnTo>
                  <a:pt x="3530594" y="0"/>
                </a:lnTo>
                <a:cubicBezTo>
                  <a:pt x="3586709" y="0"/>
                  <a:pt x="3632200" y="45491"/>
                  <a:pt x="3632200" y="101606"/>
                </a:cubicBezTo>
                <a:lnTo>
                  <a:pt x="3632200" y="1473194"/>
                </a:lnTo>
                <a:cubicBezTo>
                  <a:pt x="3632200" y="1529309"/>
                  <a:pt x="3586709" y="1574800"/>
                  <a:pt x="3530594" y="1574800"/>
                </a:cubicBezTo>
                <a:lnTo>
                  <a:pt x="50800" y="1574800"/>
                </a:lnTo>
                <a:cubicBezTo>
                  <a:pt x="22744" y="1574800"/>
                  <a:pt x="0" y="1552056"/>
                  <a:pt x="0" y="1524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4394200" y="3810000"/>
            <a:ext cx="50800" cy="1574800"/>
          </a:xfrm>
          <a:custGeom>
            <a:avLst/>
            <a:gdLst/>
            <a:ahLst/>
            <a:cxnLst/>
            <a:rect l="l" t="t" r="r" b="b"/>
            <a:pathLst>
              <a:path w="50800" h="1574800">
                <a:moveTo>
                  <a:pt x="50800" y="0"/>
                </a:moveTo>
                <a:lnTo>
                  <a:pt x="50800" y="0"/>
                </a:lnTo>
                <a:lnTo>
                  <a:pt x="50800" y="1574800"/>
                </a:lnTo>
                <a:lnTo>
                  <a:pt x="50800" y="1574800"/>
                </a:lnTo>
                <a:cubicBezTo>
                  <a:pt x="22763" y="1574800"/>
                  <a:pt x="0" y="1552037"/>
                  <a:pt x="0" y="1524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4622800" y="4013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4764881" y="4064000"/>
            <a:ext cx="22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130800" y="4038600"/>
            <a:ext cx="850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状态监控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622800" y="4521200"/>
            <a:ext cx="330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Driver 监控任务进度和资源使用情况，确保作业稳定运行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55000" y="3810000"/>
            <a:ext cx="3632200" cy="1574800"/>
          </a:xfrm>
          <a:custGeom>
            <a:avLst/>
            <a:gdLst/>
            <a:ahLst/>
            <a:cxnLst/>
            <a:rect l="l" t="t" r="r" b="b"/>
            <a:pathLst>
              <a:path w="3632200" h="1574800">
                <a:moveTo>
                  <a:pt x="50800" y="0"/>
                </a:moveTo>
                <a:lnTo>
                  <a:pt x="3530594" y="0"/>
                </a:lnTo>
                <a:cubicBezTo>
                  <a:pt x="3586709" y="0"/>
                  <a:pt x="3632200" y="45491"/>
                  <a:pt x="3632200" y="101606"/>
                </a:cubicBezTo>
                <a:lnTo>
                  <a:pt x="3632200" y="1473194"/>
                </a:lnTo>
                <a:cubicBezTo>
                  <a:pt x="3632200" y="1529309"/>
                  <a:pt x="3586709" y="1574800"/>
                  <a:pt x="3530594" y="1574800"/>
                </a:cubicBezTo>
                <a:lnTo>
                  <a:pt x="50800" y="1574800"/>
                </a:lnTo>
                <a:cubicBezTo>
                  <a:pt x="22744" y="1574800"/>
                  <a:pt x="0" y="1552056"/>
                  <a:pt x="0" y="1524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8255000" y="3810000"/>
            <a:ext cx="50800" cy="1574800"/>
          </a:xfrm>
          <a:custGeom>
            <a:avLst/>
            <a:gdLst/>
            <a:ahLst/>
            <a:cxnLst/>
            <a:rect l="l" t="t" r="r" b="b"/>
            <a:pathLst>
              <a:path w="50800" h="1574800">
                <a:moveTo>
                  <a:pt x="50800" y="0"/>
                </a:moveTo>
                <a:lnTo>
                  <a:pt x="50800" y="0"/>
                </a:lnTo>
                <a:lnTo>
                  <a:pt x="50800" y="1574800"/>
                </a:lnTo>
                <a:lnTo>
                  <a:pt x="50800" y="1574800"/>
                </a:lnTo>
                <a:cubicBezTo>
                  <a:pt x="22763" y="1574800"/>
                  <a:pt x="0" y="1552037"/>
                  <a:pt x="0" y="1524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8483600" y="4013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634115" y="4064000"/>
            <a:ext cx="20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991600" y="4038600"/>
            <a:ext cx="850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结果收集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483600" y="4521200"/>
            <a:ext cx="330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Driver 聚合计算结果并输出，生成最终作业结果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2115800" y="3810000"/>
            <a:ext cx="3632200" cy="1574800"/>
          </a:xfrm>
          <a:custGeom>
            <a:avLst/>
            <a:gdLst/>
            <a:ahLst/>
            <a:cxnLst/>
            <a:rect l="l" t="t" r="r" b="b"/>
            <a:pathLst>
              <a:path w="3632200" h="1574800">
                <a:moveTo>
                  <a:pt x="50800" y="0"/>
                </a:moveTo>
                <a:lnTo>
                  <a:pt x="3530594" y="0"/>
                </a:lnTo>
                <a:cubicBezTo>
                  <a:pt x="3586709" y="0"/>
                  <a:pt x="3632200" y="45491"/>
                  <a:pt x="3632200" y="101606"/>
                </a:cubicBezTo>
                <a:lnTo>
                  <a:pt x="3632200" y="1473194"/>
                </a:lnTo>
                <a:cubicBezTo>
                  <a:pt x="3632200" y="1529309"/>
                  <a:pt x="3586709" y="1574800"/>
                  <a:pt x="3530594" y="1574800"/>
                </a:cubicBezTo>
                <a:lnTo>
                  <a:pt x="50800" y="1574800"/>
                </a:lnTo>
                <a:cubicBezTo>
                  <a:pt x="22744" y="1574800"/>
                  <a:pt x="0" y="1552056"/>
                  <a:pt x="0" y="1524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12115800" y="3810000"/>
            <a:ext cx="50800" cy="1574800"/>
          </a:xfrm>
          <a:custGeom>
            <a:avLst/>
            <a:gdLst/>
            <a:ahLst/>
            <a:cxnLst/>
            <a:rect l="l" t="t" r="r" b="b"/>
            <a:pathLst>
              <a:path w="50800" h="1574800">
                <a:moveTo>
                  <a:pt x="50800" y="0"/>
                </a:moveTo>
                <a:lnTo>
                  <a:pt x="50800" y="0"/>
                </a:lnTo>
                <a:lnTo>
                  <a:pt x="50800" y="1574800"/>
                </a:lnTo>
                <a:lnTo>
                  <a:pt x="50800" y="1574800"/>
                </a:lnTo>
                <a:cubicBezTo>
                  <a:pt x="22763" y="1574800"/>
                  <a:pt x="0" y="1552037"/>
                  <a:pt x="0" y="1524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12344400" y="4013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2484298" y="4064000"/>
            <a:ext cx="22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2852400" y="4038600"/>
            <a:ext cx="850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资源清理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2344400" y="4521200"/>
            <a:ext cx="330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应用程序完成后清理 Executor Pods，释放资源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20700" y="5702300"/>
            <a:ext cx="15214600" cy="1384300"/>
          </a:xfrm>
          <a:custGeom>
            <a:avLst/>
            <a:gdLst/>
            <a:ahLst/>
            <a:cxnLst/>
            <a:rect l="l" t="t" r="r" b="b"/>
            <a:pathLst>
              <a:path w="15214600" h="1384300">
                <a:moveTo>
                  <a:pt x="101594" y="0"/>
                </a:moveTo>
                <a:lnTo>
                  <a:pt x="15113006" y="0"/>
                </a:lnTo>
                <a:cubicBezTo>
                  <a:pt x="15169115" y="0"/>
                  <a:pt x="15214600" y="45485"/>
                  <a:pt x="15214600" y="101594"/>
                </a:cubicBezTo>
                <a:lnTo>
                  <a:pt x="15214600" y="1282706"/>
                </a:lnTo>
                <a:cubicBezTo>
                  <a:pt x="15214600" y="1338815"/>
                  <a:pt x="15169115" y="1384300"/>
                  <a:pt x="15113006" y="1384300"/>
                </a:cubicBezTo>
                <a:lnTo>
                  <a:pt x="101594" y="1384300"/>
                </a:lnTo>
                <a:cubicBezTo>
                  <a:pt x="45485" y="1384300"/>
                  <a:pt x="0" y="1338815"/>
                  <a:pt x="0" y="1282706"/>
                </a:cubicBezTo>
                <a:lnTo>
                  <a:pt x="0" y="101594"/>
                </a:lnTo>
                <a:cubicBezTo>
                  <a:pt x="0" y="45485"/>
                  <a:pt x="45485" y="0"/>
                  <a:pt x="101594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F6AD55">
                  <a:alpha val="20000"/>
                </a:srgbClr>
              </a:gs>
            </a:gsLst>
            <a:lin ang="0" scaled="1"/>
          </a:gra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838200" y="60864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1016000" y="626427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11125" y="79375"/>
                </a:moveTo>
                <a:cubicBezTo>
                  <a:pt x="111125" y="70613"/>
                  <a:pt x="118238" y="63500"/>
                  <a:pt x="127000" y="63500"/>
                </a:cubicBezTo>
                <a:cubicBezTo>
                  <a:pt x="135762" y="63500"/>
                  <a:pt x="142875" y="70613"/>
                  <a:pt x="142875" y="79375"/>
                </a:cubicBezTo>
                <a:cubicBezTo>
                  <a:pt x="142875" y="88137"/>
                  <a:pt x="135762" y="95250"/>
                  <a:pt x="127000" y="95250"/>
                </a:cubicBezTo>
                <a:cubicBezTo>
                  <a:pt x="118238" y="95250"/>
                  <a:pt x="111125" y="88137"/>
                  <a:pt x="111125" y="79375"/>
                </a:cubicBezTo>
                <a:close/>
                <a:moveTo>
                  <a:pt x="107156" y="111125"/>
                </a:moveTo>
                <a:lnTo>
                  <a:pt x="130969" y="111125"/>
                </a:lnTo>
                <a:cubicBezTo>
                  <a:pt x="137567" y="111125"/>
                  <a:pt x="142875" y="116433"/>
                  <a:pt x="142875" y="123031"/>
                </a:cubicBezTo>
                <a:lnTo>
                  <a:pt x="142875" y="166688"/>
                </a:lnTo>
                <a:lnTo>
                  <a:pt x="146844" y="166688"/>
                </a:lnTo>
                <a:cubicBezTo>
                  <a:pt x="153442" y="166688"/>
                  <a:pt x="158750" y="171996"/>
                  <a:pt x="158750" y="178594"/>
                </a:cubicBezTo>
                <a:cubicBezTo>
                  <a:pt x="158750" y="185192"/>
                  <a:pt x="153442" y="190500"/>
                  <a:pt x="146844" y="190500"/>
                </a:cubicBezTo>
                <a:lnTo>
                  <a:pt x="107156" y="190500"/>
                </a:lnTo>
                <a:cubicBezTo>
                  <a:pt x="100558" y="190500"/>
                  <a:pt x="95250" y="185192"/>
                  <a:pt x="95250" y="178594"/>
                </a:cubicBezTo>
                <a:cubicBezTo>
                  <a:pt x="95250" y="171996"/>
                  <a:pt x="100558" y="166688"/>
                  <a:pt x="107156" y="166688"/>
                </a:cubicBezTo>
                <a:lnTo>
                  <a:pt x="119063" y="166688"/>
                </a:lnTo>
                <a:lnTo>
                  <a:pt x="119063" y="134938"/>
                </a:lnTo>
                <a:lnTo>
                  <a:pt x="107156" y="134938"/>
                </a:lnTo>
                <a:cubicBezTo>
                  <a:pt x="100558" y="134938"/>
                  <a:pt x="95250" y="129629"/>
                  <a:pt x="95250" y="123031"/>
                </a:cubicBezTo>
                <a:cubicBezTo>
                  <a:pt x="95250" y="116433"/>
                  <a:pt x="100558" y="111125"/>
                  <a:pt x="107156" y="111125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1651000" y="6019800"/>
            <a:ext cx="138811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整个执行流程完全自动化，Driver 负责协调所有步骤，确保 Spark 应用能够在 Kubernetes 环境中</a:t>
            </a:r>
            <a:r>
              <a:rPr lang="en-US" sz="18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高效、稳定地运行</a:t>
            </a:r>
            <a:r>
              <a:rPr lang="en-US" sz="18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，同时实现资源的</a:t>
            </a:r>
            <a:r>
              <a:rPr lang="en-US" sz="18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弹性管理和动态分配</a:t>
            </a:r>
            <a:r>
              <a:rPr lang="en-US" sz="18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altexsoft.com/03d8fc6be8fcded353cae0bfab0f653201dc9dbe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124" b="124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/>
              </a:gs>
              <a:gs pos="50000">
                <a:srgbClr val="1A202C">
                  <a:alpha val="90000"/>
                </a:srgbClr>
              </a:gs>
              <a:gs pos="100000">
                <a:srgbClr val="1A202C">
                  <a:alpha val="6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33400" y="2928938"/>
            <a:ext cx="2070100" cy="558800"/>
          </a:xfrm>
          <a:custGeom>
            <a:avLst/>
            <a:gdLst/>
            <a:ahLst/>
            <a:cxnLst/>
            <a:rect l="l" t="t" r="r" b="b"/>
            <a:pathLst>
              <a:path w="2070100" h="558800">
                <a:moveTo>
                  <a:pt x="0" y="0"/>
                </a:moveTo>
                <a:lnTo>
                  <a:pt x="2070100" y="0"/>
                </a:lnTo>
                <a:lnTo>
                  <a:pt x="20701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533400" y="2928938"/>
            <a:ext cx="50800" cy="558800"/>
          </a:xfrm>
          <a:custGeom>
            <a:avLst/>
            <a:gdLst/>
            <a:ahLst/>
            <a:cxnLst/>
            <a:rect l="l" t="t" r="r" b="b"/>
            <a:pathLst>
              <a:path w="50800" h="558800">
                <a:moveTo>
                  <a:pt x="0" y="0"/>
                </a:moveTo>
                <a:lnTo>
                  <a:pt x="50800" y="0"/>
                </a:lnTo>
                <a:lnTo>
                  <a:pt x="50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62000" y="3030538"/>
            <a:ext cx="1765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kern="0" spc="100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792538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监控与日志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240338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508000" y="5595938"/>
            <a:ext cx="154305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应用程序可观测性实践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207" y="507207"/>
            <a:ext cx="15343027" cy="30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8" b="1" kern="0" spc="8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 ACCESS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7207" y="912973"/>
            <a:ext cx="15469828" cy="507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94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访问日志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7207" y="1572343"/>
            <a:ext cx="1217298" cy="50721"/>
          </a:xfrm>
          <a:custGeom>
            <a:avLst/>
            <a:gdLst/>
            <a:ahLst/>
            <a:cxnLst/>
            <a:rect l="l" t="t" r="r" b="b"/>
            <a:pathLst>
              <a:path w="1217298" h="50721">
                <a:moveTo>
                  <a:pt x="0" y="0"/>
                </a:moveTo>
                <a:lnTo>
                  <a:pt x="1217298" y="0"/>
                </a:lnTo>
                <a:lnTo>
                  <a:pt x="1217298" y="50721"/>
                </a:lnTo>
                <a:lnTo>
                  <a:pt x="0" y="50721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2568" y="2028830"/>
            <a:ext cx="7443270" cy="3613853"/>
          </a:xfrm>
          <a:custGeom>
            <a:avLst/>
            <a:gdLst/>
            <a:ahLst/>
            <a:cxnLst/>
            <a:rect l="l" t="t" r="r" b="b"/>
            <a:pathLst>
              <a:path w="7443270" h="3613853">
                <a:moveTo>
                  <a:pt x="50721" y="0"/>
                </a:moveTo>
                <a:lnTo>
                  <a:pt x="7341829" y="0"/>
                </a:lnTo>
                <a:cubicBezTo>
                  <a:pt x="7397853" y="0"/>
                  <a:pt x="7443270" y="45417"/>
                  <a:pt x="7443270" y="101441"/>
                </a:cubicBezTo>
                <a:lnTo>
                  <a:pt x="7443270" y="3512412"/>
                </a:lnTo>
                <a:cubicBezTo>
                  <a:pt x="7443270" y="3568437"/>
                  <a:pt x="7397853" y="3613853"/>
                  <a:pt x="7341829" y="3613853"/>
                </a:cubicBezTo>
                <a:lnTo>
                  <a:pt x="50721" y="3613853"/>
                </a:lnTo>
                <a:cubicBezTo>
                  <a:pt x="22708" y="3613853"/>
                  <a:pt x="0" y="3591145"/>
                  <a:pt x="0" y="3563133"/>
                </a:cubicBezTo>
                <a:lnTo>
                  <a:pt x="0" y="50721"/>
                </a:lnTo>
                <a:cubicBezTo>
                  <a:pt x="0" y="22708"/>
                  <a:pt x="22708" y="0"/>
                  <a:pt x="50721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32568" y="2028830"/>
            <a:ext cx="50721" cy="3613853"/>
          </a:xfrm>
          <a:custGeom>
            <a:avLst/>
            <a:gdLst/>
            <a:ahLst/>
            <a:cxnLst/>
            <a:rect l="l" t="t" r="r" b="b"/>
            <a:pathLst>
              <a:path w="50721" h="3613853">
                <a:moveTo>
                  <a:pt x="50721" y="0"/>
                </a:moveTo>
                <a:lnTo>
                  <a:pt x="50721" y="0"/>
                </a:lnTo>
                <a:lnTo>
                  <a:pt x="50721" y="3613853"/>
                </a:lnTo>
                <a:lnTo>
                  <a:pt x="50721" y="3613853"/>
                </a:lnTo>
                <a:cubicBezTo>
                  <a:pt x="22708" y="3613853"/>
                  <a:pt x="0" y="3591145"/>
                  <a:pt x="0" y="3563133"/>
                </a:cubicBezTo>
                <a:lnTo>
                  <a:pt x="0" y="50721"/>
                </a:lnTo>
                <a:cubicBezTo>
                  <a:pt x="0" y="22708"/>
                  <a:pt x="22708" y="0"/>
                  <a:pt x="50721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93953" y="2383875"/>
            <a:ext cx="253604" cy="253604"/>
          </a:xfrm>
          <a:custGeom>
            <a:avLst/>
            <a:gdLst/>
            <a:ahLst/>
            <a:cxnLst/>
            <a:rect l="l" t="t" r="r" b="b"/>
            <a:pathLst>
              <a:path w="253604" h="253604">
                <a:moveTo>
                  <a:pt x="4656" y="58745"/>
                </a:moveTo>
                <a:cubicBezTo>
                  <a:pt x="-1535" y="52553"/>
                  <a:pt x="-1535" y="42498"/>
                  <a:pt x="4656" y="36307"/>
                </a:cubicBezTo>
                <a:cubicBezTo>
                  <a:pt x="10848" y="30115"/>
                  <a:pt x="20902" y="30115"/>
                  <a:pt x="27094" y="36307"/>
                </a:cubicBezTo>
                <a:lnTo>
                  <a:pt x="106345" y="115558"/>
                </a:lnTo>
                <a:cubicBezTo>
                  <a:pt x="112537" y="121750"/>
                  <a:pt x="112537" y="131805"/>
                  <a:pt x="106345" y="137996"/>
                </a:cubicBezTo>
                <a:lnTo>
                  <a:pt x="27094" y="217247"/>
                </a:lnTo>
                <a:cubicBezTo>
                  <a:pt x="20902" y="223439"/>
                  <a:pt x="10848" y="223439"/>
                  <a:pt x="4656" y="217247"/>
                </a:cubicBezTo>
                <a:cubicBezTo>
                  <a:pt x="-1535" y="211056"/>
                  <a:pt x="-1535" y="201001"/>
                  <a:pt x="4656" y="194809"/>
                </a:cubicBezTo>
                <a:lnTo>
                  <a:pt x="72663" y="126802"/>
                </a:lnTo>
                <a:lnTo>
                  <a:pt x="4656" y="58745"/>
                </a:lnTo>
                <a:close/>
                <a:moveTo>
                  <a:pt x="110952" y="190203"/>
                </a:moveTo>
                <a:lnTo>
                  <a:pt x="237754" y="190203"/>
                </a:lnTo>
                <a:cubicBezTo>
                  <a:pt x="246521" y="190203"/>
                  <a:pt x="253604" y="197286"/>
                  <a:pt x="253604" y="206053"/>
                </a:cubicBezTo>
                <a:cubicBezTo>
                  <a:pt x="253604" y="214820"/>
                  <a:pt x="246521" y="221903"/>
                  <a:pt x="237754" y="221903"/>
                </a:cubicBezTo>
                <a:lnTo>
                  <a:pt x="110952" y="221903"/>
                </a:lnTo>
                <a:cubicBezTo>
                  <a:pt x="102184" y="221903"/>
                  <a:pt x="95101" y="214820"/>
                  <a:pt x="95101" y="206053"/>
                </a:cubicBezTo>
                <a:cubicBezTo>
                  <a:pt x="95101" y="197286"/>
                  <a:pt x="102184" y="190203"/>
                  <a:pt x="110952" y="190203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79257" y="2333154"/>
            <a:ext cx="6619058" cy="355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97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kubectl 命令行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2253" y="2891083"/>
            <a:ext cx="6809261" cy="1128537"/>
          </a:xfrm>
          <a:custGeom>
            <a:avLst/>
            <a:gdLst/>
            <a:ahLst/>
            <a:cxnLst/>
            <a:rect l="l" t="t" r="r" b="b"/>
            <a:pathLst>
              <a:path w="6809261" h="1128537">
                <a:moveTo>
                  <a:pt x="101444" y="0"/>
                </a:moveTo>
                <a:lnTo>
                  <a:pt x="6707816" y="0"/>
                </a:lnTo>
                <a:cubicBezTo>
                  <a:pt x="6763842" y="0"/>
                  <a:pt x="6809261" y="45418"/>
                  <a:pt x="6809261" y="101444"/>
                </a:cubicBezTo>
                <a:lnTo>
                  <a:pt x="6809261" y="1027093"/>
                </a:lnTo>
                <a:cubicBezTo>
                  <a:pt x="6809261" y="1083119"/>
                  <a:pt x="6763842" y="1128537"/>
                  <a:pt x="6707816" y="1128537"/>
                </a:cubicBezTo>
                <a:lnTo>
                  <a:pt x="101444" y="1128537"/>
                </a:lnTo>
                <a:cubicBezTo>
                  <a:pt x="45456" y="1128537"/>
                  <a:pt x="0" y="1083081"/>
                  <a:pt x="0" y="1027093"/>
                </a:cubicBezTo>
                <a:lnTo>
                  <a:pt x="0" y="101444"/>
                </a:lnTo>
                <a:cubicBezTo>
                  <a:pt x="0" y="45418"/>
                  <a:pt x="45418" y="0"/>
                  <a:pt x="101444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065136" y="3093966"/>
            <a:ext cx="6504936" cy="30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8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实时流式传输日志：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5136" y="3537772"/>
            <a:ext cx="5964443" cy="240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8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kubectl -n= logs -f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2253" y="4317604"/>
            <a:ext cx="101441" cy="101441"/>
          </a:xfrm>
          <a:custGeom>
            <a:avLst/>
            <a:gdLst/>
            <a:ahLst/>
            <a:cxnLst/>
            <a:rect l="l" t="t" r="r" b="b"/>
            <a:pathLst>
              <a:path w="101441" h="101441">
                <a:moveTo>
                  <a:pt x="50721" y="0"/>
                </a:moveTo>
                <a:lnTo>
                  <a:pt x="50721" y="0"/>
                </a:lnTo>
                <a:cubicBezTo>
                  <a:pt x="78733" y="0"/>
                  <a:pt x="101441" y="22708"/>
                  <a:pt x="101441" y="50721"/>
                </a:cubicBezTo>
                <a:lnTo>
                  <a:pt x="101441" y="50721"/>
                </a:lnTo>
                <a:cubicBezTo>
                  <a:pt x="101441" y="78733"/>
                  <a:pt x="78733" y="101441"/>
                  <a:pt x="50721" y="101441"/>
                </a:cubicBezTo>
                <a:lnTo>
                  <a:pt x="50721" y="101441"/>
                </a:lnTo>
                <a:cubicBezTo>
                  <a:pt x="22708" y="101441"/>
                  <a:pt x="0" y="78733"/>
                  <a:pt x="0" y="50721"/>
                </a:cubicBezTo>
                <a:lnTo>
                  <a:pt x="0" y="50721"/>
                </a:lnTo>
                <a:cubicBezTo>
                  <a:pt x="0" y="22708"/>
                  <a:pt x="22708" y="0"/>
                  <a:pt x="50721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65136" y="4216162"/>
            <a:ext cx="1724505" cy="30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8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-n</a:t>
            </a:r>
            <a:r>
              <a:rPr lang="en-US" sz="1598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：指定命名空间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2253" y="4723370"/>
            <a:ext cx="101441" cy="101441"/>
          </a:xfrm>
          <a:custGeom>
            <a:avLst/>
            <a:gdLst/>
            <a:ahLst/>
            <a:cxnLst/>
            <a:rect l="l" t="t" r="r" b="b"/>
            <a:pathLst>
              <a:path w="101441" h="101441">
                <a:moveTo>
                  <a:pt x="50721" y="0"/>
                </a:moveTo>
                <a:lnTo>
                  <a:pt x="50721" y="0"/>
                </a:lnTo>
                <a:cubicBezTo>
                  <a:pt x="78733" y="0"/>
                  <a:pt x="101441" y="22708"/>
                  <a:pt x="101441" y="50721"/>
                </a:cubicBezTo>
                <a:lnTo>
                  <a:pt x="101441" y="50721"/>
                </a:lnTo>
                <a:cubicBezTo>
                  <a:pt x="101441" y="78733"/>
                  <a:pt x="78733" y="101441"/>
                  <a:pt x="50721" y="101441"/>
                </a:cubicBezTo>
                <a:lnTo>
                  <a:pt x="50721" y="101441"/>
                </a:lnTo>
                <a:cubicBezTo>
                  <a:pt x="22708" y="101441"/>
                  <a:pt x="0" y="78733"/>
                  <a:pt x="0" y="50721"/>
                </a:cubicBezTo>
                <a:lnTo>
                  <a:pt x="0" y="50721"/>
                </a:lnTo>
                <a:cubicBezTo>
                  <a:pt x="0" y="22708"/>
                  <a:pt x="22708" y="0"/>
                  <a:pt x="50721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065136" y="4621928"/>
            <a:ext cx="1686465" cy="30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8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-f</a:t>
            </a:r>
            <a:r>
              <a:rPr lang="en-US" sz="1598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：实时流式传输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62253" y="5129136"/>
            <a:ext cx="101441" cy="101441"/>
          </a:xfrm>
          <a:custGeom>
            <a:avLst/>
            <a:gdLst/>
            <a:ahLst/>
            <a:cxnLst/>
            <a:rect l="l" t="t" r="r" b="b"/>
            <a:pathLst>
              <a:path w="101441" h="101441">
                <a:moveTo>
                  <a:pt x="50721" y="0"/>
                </a:moveTo>
                <a:lnTo>
                  <a:pt x="50721" y="0"/>
                </a:lnTo>
                <a:cubicBezTo>
                  <a:pt x="78733" y="0"/>
                  <a:pt x="101441" y="22708"/>
                  <a:pt x="101441" y="50721"/>
                </a:cubicBezTo>
                <a:lnTo>
                  <a:pt x="101441" y="50721"/>
                </a:lnTo>
                <a:cubicBezTo>
                  <a:pt x="101441" y="78733"/>
                  <a:pt x="78733" y="101441"/>
                  <a:pt x="50721" y="101441"/>
                </a:cubicBezTo>
                <a:lnTo>
                  <a:pt x="50721" y="101441"/>
                </a:lnTo>
                <a:cubicBezTo>
                  <a:pt x="22708" y="101441"/>
                  <a:pt x="0" y="78733"/>
                  <a:pt x="0" y="50721"/>
                </a:cubicBezTo>
                <a:lnTo>
                  <a:pt x="0" y="50721"/>
                </a:lnTo>
                <a:cubicBezTo>
                  <a:pt x="0" y="22708"/>
                  <a:pt x="22708" y="0"/>
                  <a:pt x="50721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065136" y="5027694"/>
            <a:ext cx="1724505" cy="30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8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支持历史日志查看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04037" y="2028830"/>
            <a:ext cx="7443270" cy="3613853"/>
          </a:xfrm>
          <a:custGeom>
            <a:avLst/>
            <a:gdLst/>
            <a:ahLst/>
            <a:cxnLst/>
            <a:rect l="l" t="t" r="r" b="b"/>
            <a:pathLst>
              <a:path w="7443270" h="3613853">
                <a:moveTo>
                  <a:pt x="50721" y="0"/>
                </a:moveTo>
                <a:lnTo>
                  <a:pt x="7341829" y="0"/>
                </a:lnTo>
                <a:cubicBezTo>
                  <a:pt x="7397853" y="0"/>
                  <a:pt x="7443270" y="45417"/>
                  <a:pt x="7443270" y="101441"/>
                </a:cubicBezTo>
                <a:lnTo>
                  <a:pt x="7443270" y="3512412"/>
                </a:lnTo>
                <a:cubicBezTo>
                  <a:pt x="7443270" y="3568437"/>
                  <a:pt x="7397853" y="3613853"/>
                  <a:pt x="7341829" y="3613853"/>
                </a:cubicBezTo>
                <a:lnTo>
                  <a:pt x="50721" y="3613853"/>
                </a:lnTo>
                <a:cubicBezTo>
                  <a:pt x="22708" y="3613853"/>
                  <a:pt x="0" y="3591145"/>
                  <a:pt x="0" y="3563133"/>
                </a:cubicBezTo>
                <a:lnTo>
                  <a:pt x="0" y="50721"/>
                </a:lnTo>
                <a:cubicBezTo>
                  <a:pt x="0" y="22708"/>
                  <a:pt x="22708" y="0"/>
                  <a:pt x="50721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304037" y="2028830"/>
            <a:ext cx="50721" cy="3613853"/>
          </a:xfrm>
          <a:custGeom>
            <a:avLst/>
            <a:gdLst/>
            <a:ahLst/>
            <a:cxnLst/>
            <a:rect l="l" t="t" r="r" b="b"/>
            <a:pathLst>
              <a:path w="50721" h="3613853">
                <a:moveTo>
                  <a:pt x="50721" y="0"/>
                </a:moveTo>
                <a:lnTo>
                  <a:pt x="50721" y="0"/>
                </a:lnTo>
                <a:lnTo>
                  <a:pt x="50721" y="3613853"/>
                </a:lnTo>
                <a:lnTo>
                  <a:pt x="50721" y="3613853"/>
                </a:lnTo>
                <a:cubicBezTo>
                  <a:pt x="22708" y="3613853"/>
                  <a:pt x="0" y="3591145"/>
                  <a:pt x="0" y="3563133"/>
                </a:cubicBezTo>
                <a:lnTo>
                  <a:pt x="0" y="50721"/>
                </a:lnTo>
                <a:cubicBezTo>
                  <a:pt x="0" y="22708"/>
                  <a:pt x="22708" y="0"/>
                  <a:pt x="50721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665422" y="2383875"/>
            <a:ext cx="253604" cy="253604"/>
          </a:xfrm>
          <a:custGeom>
            <a:avLst/>
            <a:gdLst/>
            <a:ahLst/>
            <a:cxnLst/>
            <a:rect l="l" t="t" r="r" b="b"/>
            <a:pathLst>
              <a:path w="253604" h="253604">
                <a:moveTo>
                  <a:pt x="15850" y="15850"/>
                </a:moveTo>
                <a:cubicBezTo>
                  <a:pt x="24617" y="15850"/>
                  <a:pt x="31700" y="22933"/>
                  <a:pt x="31700" y="31700"/>
                </a:cubicBezTo>
                <a:lnTo>
                  <a:pt x="31700" y="198128"/>
                </a:lnTo>
                <a:cubicBezTo>
                  <a:pt x="31700" y="202487"/>
                  <a:pt x="35267" y="206053"/>
                  <a:pt x="39626" y="206053"/>
                </a:cubicBezTo>
                <a:lnTo>
                  <a:pt x="237754" y="206053"/>
                </a:lnTo>
                <a:cubicBezTo>
                  <a:pt x="246521" y="206053"/>
                  <a:pt x="253604" y="213136"/>
                  <a:pt x="253604" y="221903"/>
                </a:cubicBezTo>
                <a:cubicBezTo>
                  <a:pt x="253604" y="230670"/>
                  <a:pt x="246521" y="237754"/>
                  <a:pt x="237754" y="237754"/>
                </a:cubicBezTo>
                <a:lnTo>
                  <a:pt x="39626" y="237754"/>
                </a:lnTo>
                <a:cubicBezTo>
                  <a:pt x="17732" y="237754"/>
                  <a:pt x="0" y="220021"/>
                  <a:pt x="0" y="198128"/>
                </a:cubicBezTo>
                <a:lnTo>
                  <a:pt x="0" y="31700"/>
                </a:lnTo>
                <a:cubicBezTo>
                  <a:pt x="0" y="22933"/>
                  <a:pt x="7083" y="15850"/>
                  <a:pt x="15850" y="15850"/>
                </a:cubicBezTo>
                <a:close/>
                <a:moveTo>
                  <a:pt x="63401" y="47551"/>
                </a:moveTo>
                <a:cubicBezTo>
                  <a:pt x="63401" y="38784"/>
                  <a:pt x="70484" y="31700"/>
                  <a:pt x="79251" y="31700"/>
                </a:cubicBezTo>
                <a:lnTo>
                  <a:pt x="174353" y="31700"/>
                </a:lnTo>
                <a:cubicBezTo>
                  <a:pt x="183120" y="31700"/>
                  <a:pt x="190203" y="38784"/>
                  <a:pt x="190203" y="47551"/>
                </a:cubicBezTo>
                <a:cubicBezTo>
                  <a:pt x="190203" y="56318"/>
                  <a:pt x="183120" y="63401"/>
                  <a:pt x="174353" y="63401"/>
                </a:cubicBezTo>
                <a:lnTo>
                  <a:pt x="79251" y="63401"/>
                </a:lnTo>
                <a:cubicBezTo>
                  <a:pt x="70484" y="63401"/>
                  <a:pt x="63401" y="56318"/>
                  <a:pt x="63401" y="47551"/>
                </a:cubicBezTo>
                <a:close/>
                <a:moveTo>
                  <a:pt x="79251" y="87176"/>
                </a:moveTo>
                <a:lnTo>
                  <a:pt x="142652" y="87176"/>
                </a:lnTo>
                <a:cubicBezTo>
                  <a:pt x="151419" y="87176"/>
                  <a:pt x="158502" y="94259"/>
                  <a:pt x="158502" y="103027"/>
                </a:cubicBezTo>
                <a:cubicBezTo>
                  <a:pt x="158502" y="111794"/>
                  <a:pt x="151419" y="118877"/>
                  <a:pt x="142652" y="118877"/>
                </a:cubicBezTo>
                <a:lnTo>
                  <a:pt x="79251" y="118877"/>
                </a:lnTo>
                <a:cubicBezTo>
                  <a:pt x="70484" y="118877"/>
                  <a:pt x="63401" y="111794"/>
                  <a:pt x="63401" y="103027"/>
                </a:cubicBezTo>
                <a:cubicBezTo>
                  <a:pt x="63401" y="94259"/>
                  <a:pt x="70484" y="87176"/>
                  <a:pt x="79251" y="87176"/>
                </a:cubicBezTo>
                <a:close/>
                <a:moveTo>
                  <a:pt x="79251" y="142652"/>
                </a:moveTo>
                <a:lnTo>
                  <a:pt x="206053" y="142652"/>
                </a:lnTo>
                <a:cubicBezTo>
                  <a:pt x="214820" y="142652"/>
                  <a:pt x="221903" y="149735"/>
                  <a:pt x="221903" y="158502"/>
                </a:cubicBezTo>
                <a:cubicBezTo>
                  <a:pt x="221903" y="167270"/>
                  <a:pt x="214820" y="174353"/>
                  <a:pt x="206053" y="174353"/>
                </a:cubicBezTo>
                <a:lnTo>
                  <a:pt x="79251" y="174353"/>
                </a:lnTo>
                <a:cubicBezTo>
                  <a:pt x="70484" y="174353"/>
                  <a:pt x="63401" y="167270"/>
                  <a:pt x="63401" y="158502"/>
                </a:cubicBezTo>
                <a:cubicBezTo>
                  <a:pt x="63401" y="149735"/>
                  <a:pt x="70484" y="142652"/>
                  <a:pt x="79251" y="142652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950726" y="2333154"/>
            <a:ext cx="6619058" cy="355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97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Kubernetes Dashboard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33722" y="2891083"/>
            <a:ext cx="6910702" cy="659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8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如果集群中安装了 </a:t>
            </a:r>
            <a:r>
              <a:rPr lang="en-US" sz="1598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Kubernetes Dashboard</a:t>
            </a:r>
            <a:r>
              <a:rPr lang="en-US" sz="1598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，可以通过 Web 界面访问相同的日志，提供可视化的日志查看体验。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33722" y="3854777"/>
            <a:ext cx="101441" cy="101441"/>
          </a:xfrm>
          <a:custGeom>
            <a:avLst/>
            <a:gdLst/>
            <a:ahLst/>
            <a:cxnLst/>
            <a:rect l="l" t="t" r="r" b="b"/>
            <a:pathLst>
              <a:path w="101441" h="101441">
                <a:moveTo>
                  <a:pt x="50721" y="0"/>
                </a:moveTo>
                <a:lnTo>
                  <a:pt x="50721" y="0"/>
                </a:lnTo>
                <a:cubicBezTo>
                  <a:pt x="78733" y="0"/>
                  <a:pt x="101441" y="22708"/>
                  <a:pt x="101441" y="50721"/>
                </a:cubicBezTo>
                <a:lnTo>
                  <a:pt x="101441" y="50721"/>
                </a:lnTo>
                <a:cubicBezTo>
                  <a:pt x="101441" y="78733"/>
                  <a:pt x="78733" y="101441"/>
                  <a:pt x="50721" y="101441"/>
                </a:cubicBezTo>
                <a:lnTo>
                  <a:pt x="50721" y="101441"/>
                </a:lnTo>
                <a:cubicBezTo>
                  <a:pt x="22708" y="101441"/>
                  <a:pt x="0" y="78733"/>
                  <a:pt x="0" y="50721"/>
                </a:cubicBezTo>
                <a:lnTo>
                  <a:pt x="0" y="50721"/>
                </a:lnTo>
                <a:cubicBezTo>
                  <a:pt x="0" y="22708"/>
                  <a:pt x="22708" y="0"/>
                  <a:pt x="50721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836605" y="3753335"/>
            <a:ext cx="1115856" cy="30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8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图形化界面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633722" y="4260543"/>
            <a:ext cx="101441" cy="101441"/>
          </a:xfrm>
          <a:custGeom>
            <a:avLst/>
            <a:gdLst/>
            <a:ahLst/>
            <a:cxnLst/>
            <a:rect l="l" t="t" r="r" b="b"/>
            <a:pathLst>
              <a:path w="101441" h="101441">
                <a:moveTo>
                  <a:pt x="50721" y="0"/>
                </a:moveTo>
                <a:lnTo>
                  <a:pt x="50721" y="0"/>
                </a:lnTo>
                <a:cubicBezTo>
                  <a:pt x="78733" y="0"/>
                  <a:pt x="101441" y="22708"/>
                  <a:pt x="101441" y="50721"/>
                </a:cubicBezTo>
                <a:lnTo>
                  <a:pt x="101441" y="50721"/>
                </a:lnTo>
                <a:cubicBezTo>
                  <a:pt x="101441" y="78733"/>
                  <a:pt x="78733" y="101441"/>
                  <a:pt x="50721" y="101441"/>
                </a:cubicBezTo>
                <a:lnTo>
                  <a:pt x="50721" y="101441"/>
                </a:lnTo>
                <a:cubicBezTo>
                  <a:pt x="22708" y="101441"/>
                  <a:pt x="0" y="78733"/>
                  <a:pt x="0" y="50721"/>
                </a:cubicBezTo>
                <a:lnTo>
                  <a:pt x="0" y="50721"/>
                </a:lnTo>
                <a:cubicBezTo>
                  <a:pt x="0" y="22708"/>
                  <a:pt x="22708" y="0"/>
                  <a:pt x="50721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836605" y="4159101"/>
            <a:ext cx="1927388" cy="30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8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支持日志搜索和过滤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633722" y="4666309"/>
            <a:ext cx="101441" cy="101441"/>
          </a:xfrm>
          <a:custGeom>
            <a:avLst/>
            <a:gdLst/>
            <a:ahLst/>
            <a:cxnLst/>
            <a:rect l="l" t="t" r="r" b="b"/>
            <a:pathLst>
              <a:path w="101441" h="101441">
                <a:moveTo>
                  <a:pt x="50721" y="0"/>
                </a:moveTo>
                <a:lnTo>
                  <a:pt x="50721" y="0"/>
                </a:lnTo>
                <a:cubicBezTo>
                  <a:pt x="78733" y="0"/>
                  <a:pt x="101441" y="22708"/>
                  <a:pt x="101441" y="50721"/>
                </a:cubicBezTo>
                <a:lnTo>
                  <a:pt x="101441" y="50721"/>
                </a:lnTo>
                <a:cubicBezTo>
                  <a:pt x="101441" y="78733"/>
                  <a:pt x="78733" y="101441"/>
                  <a:pt x="50721" y="101441"/>
                </a:cubicBezTo>
                <a:lnTo>
                  <a:pt x="50721" y="101441"/>
                </a:lnTo>
                <a:cubicBezTo>
                  <a:pt x="22708" y="101441"/>
                  <a:pt x="0" y="78733"/>
                  <a:pt x="0" y="50721"/>
                </a:cubicBezTo>
                <a:lnTo>
                  <a:pt x="0" y="50721"/>
                </a:lnTo>
                <a:cubicBezTo>
                  <a:pt x="0" y="22708"/>
                  <a:pt x="22708" y="0"/>
                  <a:pt x="50721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836605" y="4564867"/>
            <a:ext cx="1927388" cy="30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8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便于非技术用户访问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9888" y="5953348"/>
            <a:ext cx="15216225" cy="2662839"/>
          </a:xfrm>
          <a:custGeom>
            <a:avLst/>
            <a:gdLst/>
            <a:ahLst/>
            <a:cxnLst/>
            <a:rect l="l" t="t" r="r" b="b"/>
            <a:pathLst>
              <a:path w="15216225" h="2662839">
                <a:moveTo>
                  <a:pt x="101454" y="0"/>
                </a:moveTo>
                <a:lnTo>
                  <a:pt x="15114770" y="0"/>
                </a:lnTo>
                <a:cubicBezTo>
                  <a:pt x="15170802" y="0"/>
                  <a:pt x="15216225" y="45423"/>
                  <a:pt x="15216225" y="101454"/>
                </a:cubicBezTo>
                <a:lnTo>
                  <a:pt x="15216225" y="2561385"/>
                </a:lnTo>
                <a:cubicBezTo>
                  <a:pt x="15216225" y="2617417"/>
                  <a:pt x="15170802" y="2662839"/>
                  <a:pt x="15114770" y="2662839"/>
                </a:cubicBezTo>
                <a:lnTo>
                  <a:pt x="101454" y="2662839"/>
                </a:lnTo>
                <a:cubicBezTo>
                  <a:pt x="45460" y="2662839"/>
                  <a:pt x="0" y="2617379"/>
                  <a:pt x="0" y="2561385"/>
                </a:cubicBezTo>
                <a:lnTo>
                  <a:pt x="0" y="101454"/>
                </a:lnTo>
                <a:cubicBezTo>
                  <a:pt x="0" y="45460"/>
                  <a:pt x="45460" y="0"/>
                  <a:pt x="101454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F6AD55">
                  <a:alpha val="20000"/>
                </a:srgbClr>
              </a:gs>
            </a:gsLst>
            <a:lin ang="0" scaled="1"/>
          </a:gra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36892" y="6270353"/>
            <a:ext cx="710090" cy="710090"/>
          </a:xfrm>
          <a:custGeom>
            <a:avLst/>
            <a:gdLst/>
            <a:ahLst/>
            <a:cxnLst/>
            <a:rect l="l" t="t" r="r" b="b"/>
            <a:pathLst>
              <a:path w="710090" h="710090">
                <a:moveTo>
                  <a:pt x="101444" y="0"/>
                </a:moveTo>
                <a:lnTo>
                  <a:pt x="608647" y="0"/>
                </a:lnTo>
                <a:cubicBezTo>
                  <a:pt x="664673" y="0"/>
                  <a:pt x="710090" y="45418"/>
                  <a:pt x="710090" y="101444"/>
                </a:cubicBezTo>
                <a:lnTo>
                  <a:pt x="710090" y="608647"/>
                </a:lnTo>
                <a:cubicBezTo>
                  <a:pt x="710090" y="664673"/>
                  <a:pt x="664673" y="710090"/>
                  <a:pt x="608647" y="710090"/>
                </a:cubicBezTo>
                <a:lnTo>
                  <a:pt x="101444" y="710090"/>
                </a:lnTo>
                <a:cubicBezTo>
                  <a:pt x="45418" y="710090"/>
                  <a:pt x="0" y="664673"/>
                  <a:pt x="0" y="608647"/>
                </a:cubicBezTo>
                <a:lnTo>
                  <a:pt x="0" y="101444"/>
                </a:lnTo>
                <a:cubicBezTo>
                  <a:pt x="0" y="45455"/>
                  <a:pt x="45455" y="0"/>
                  <a:pt x="101444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1058796" y="6473236"/>
            <a:ext cx="266284" cy="304324"/>
          </a:xfrm>
          <a:custGeom>
            <a:avLst/>
            <a:gdLst/>
            <a:ahLst/>
            <a:cxnLst/>
            <a:rect l="l" t="t" r="r" b="b"/>
            <a:pathLst>
              <a:path w="266284" h="304324">
                <a:moveTo>
                  <a:pt x="266284" y="122324"/>
                </a:moveTo>
                <a:cubicBezTo>
                  <a:pt x="257487" y="128149"/>
                  <a:pt x="247383" y="132845"/>
                  <a:pt x="236862" y="136589"/>
                </a:cubicBezTo>
                <a:cubicBezTo>
                  <a:pt x="208926" y="146575"/>
                  <a:pt x="172252" y="152162"/>
                  <a:pt x="133142" y="152162"/>
                </a:cubicBezTo>
                <a:cubicBezTo>
                  <a:pt x="94032" y="152162"/>
                  <a:pt x="57299" y="146516"/>
                  <a:pt x="29422" y="136589"/>
                </a:cubicBezTo>
                <a:cubicBezTo>
                  <a:pt x="18961" y="132845"/>
                  <a:pt x="8797" y="128149"/>
                  <a:pt x="0" y="122324"/>
                </a:cubicBezTo>
                <a:lnTo>
                  <a:pt x="0" y="171183"/>
                </a:lnTo>
                <a:cubicBezTo>
                  <a:pt x="0" y="197454"/>
                  <a:pt x="59617" y="218733"/>
                  <a:pt x="133142" y="218733"/>
                </a:cubicBezTo>
                <a:cubicBezTo>
                  <a:pt x="206667" y="218733"/>
                  <a:pt x="266284" y="197454"/>
                  <a:pt x="266284" y="171183"/>
                </a:cubicBezTo>
                <a:lnTo>
                  <a:pt x="266284" y="122324"/>
                </a:lnTo>
                <a:close/>
                <a:moveTo>
                  <a:pt x="266284" y="76081"/>
                </a:moveTo>
                <a:lnTo>
                  <a:pt x="266284" y="47551"/>
                </a:lnTo>
                <a:cubicBezTo>
                  <a:pt x="266284" y="21279"/>
                  <a:pt x="206667" y="0"/>
                  <a:pt x="133142" y="0"/>
                </a:cubicBezTo>
                <a:cubicBezTo>
                  <a:pt x="59617" y="0"/>
                  <a:pt x="0" y="21279"/>
                  <a:pt x="0" y="47551"/>
                </a:cubicBezTo>
                <a:lnTo>
                  <a:pt x="0" y="76081"/>
                </a:lnTo>
                <a:cubicBezTo>
                  <a:pt x="0" y="102353"/>
                  <a:pt x="59617" y="123632"/>
                  <a:pt x="133142" y="123632"/>
                </a:cubicBezTo>
                <a:cubicBezTo>
                  <a:pt x="206667" y="123632"/>
                  <a:pt x="266284" y="102353"/>
                  <a:pt x="266284" y="76081"/>
                </a:cubicBezTo>
                <a:close/>
                <a:moveTo>
                  <a:pt x="236862" y="231691"/>
                </a:moveTo>
                <a:cubicBezTo>
                  <a:pt x="208985" y="241617"/>
                  <a:pt x="172312" y="247264"/>
                  <a:pt x="133142" y="247264"/>
                </a:cubicBezTo>
                <a:cubicBezTo>
                  <a:pt x="93972" y="247264"/>
                  <a:pt x="57299" y="241617"/>
                  <a:pt x="29422" y="231691"/>
                </a:cubicBezTo>
                <a:cubicBezTo>
                  <a:pt x="18961" y="227946"/>
                  <a:pt x="8797" y="223251"/>
                  <a:pt x="0" y="217426"/>
                </a:cubicBezTo>
                <a:lnTo>
                  <a:pt x="0" y="256774"/>
                </a:lnTo>
                <a:cubicBezTo>
                  <a:pt x="0" y="283046"/>
                  <a:pt x="59617" y="304324"/>
                  <a:pt x="133142" y="304324"/>
                </a:cubicBezTo>
                <a:cubicBezTo>
                  <a:pt x="206667" y="304324"/>
                  <a:pt x="266284" y="283046"/>
                  <a:pt x="266284" y="256774"/>
                </a:cubicBezTo>
                <a:lnTo>
                  <a:pt x="266284" y="217426"/>
                </a:lnTo>
                <a:cubicBezTo>
                  <a:pt x="257487" y="223251"/>
                  <a:pt x="247383" y="227946"/>
                  <a:pt x="236862" y="231691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749866" y="6422515"/>
            <a:ext cx="1851307" cy="40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96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集中式日志平台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6892" y="7183326"/>
            <a:ext cx="7240387" cy="1115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8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对于生产环境，建议部署</a:t>
            </a:r>
            <a:r>
              <a:rPr lang="en-US" sz="1598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集中式日志收集方案</a:t>
            </a:r>
            <a:r>
              <a:rPr lang="en-US" sz="1598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（如 EFK/ELK Stack），通过统一的日志平台查看所有 Pod 的日志，类似于 Spark on YARN 通过 ResourceManager Web UI 查看日志的方式。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78676" y="7284768"/>
            <a:ext cx="101441" cy="101441"/>
          </a:xfrm>
          <a:custGeom>
            <a:avLst/>
            <a:gdLst/>
            <a:ahLst/>
            <a:cxnLst/>
            <a:rect l="l" t="t" r="r" b="b"/>
            <a:pathLst>
              <a:path w="101441" h="101441">
                <a:moveTo>
                  <a:pt x="50721" y="0"/>
                </a:moveTo>
                <a:lnTo>
                  <a:pt x="50721" y="0"/>
                </a:lnTo>
                <a:cubicBezTo>
                  <a:pt x="78733" y="0"/>
                  <a:pt x="101441" y="22708"/>
                  <a:pt x="101441" y="50721"/>
                </a:cubicBezTo>
                <a:lnTo>
                  <a:pt x="101441" y="50721"/>
                </a:lnTo>
                <a:cubicBezTo>
                  <a:pt x="101441" y="78733"/>
                  <a:pt x="78733" y="101441"/>
                  <a:pt x="50721" y="101441"/>
                </a:cubicBezTo>
                <a:lnTo>
                  <a:pt x="50721" y="101441"/>
                </a:lnTo>
                <a:cubicBezTo>
                  <a:pt x="22708" y="101441"/>
                  <a:pt x="0" y="78733"/>
                  <a:pt x="0" y="50721"/>
                </a:cubicBezTo>
                <a:lnTo>
                  <a:pt x="0" y="50721"/>
                </a:lnTo>
                <a:cubicBezTo>
                  <a:pt x="0" y="22708"/>
                  <a:pt x="22708" y="0"/>
                  <a:pt x="50721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481559" y="7183326"/>
            <a:ext cx="2941803" cy="30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8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Elasticsearch：日志存储和索引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78676" y="7690534"/>
            <a:ext cx="101441" cy="101441"/>
          </a:xfrm>
          <a:custGeom>
            <a:avLst/>
            <a:gdLst/>
            <a:ahLst/>
            <a:cxnLst/>
            <a:rect l="l" t="t" r="r" b="b"/>
            <a:pathLst>
              <a:path w="101441" h="101441">
                <a:moveTo>
                  <a:pt x="50721" y="0"/>
                </a:moveTo>
                <a:lnTo>
                  <a:pt x="50721" y="0"/>
                </a:lnTo>
                <a:cubicBezTo>
                  <a:pt x="78733" y="0"/>
                  <a:pt x="101441" y="22708"/>
                  <a:pt x="101441" y="50721"/>
                </a:cubicBezTo>
                <a:lnTo>
                  <a:pt x="101441" y="50721"/>
                </a:lnTo>
                <a:cubicBezTo>
                  <a:pt x="101441" y="78733"/>
                  <a:pt x="78733" y="101441"/>
                  <a:pt x="50721" y="101441"/>
                </a:cubicBezTo>
                <a:lnTo>
                  <a:pt x="50721" y="101441"/>
                </a:lnTo>
                <a:cubicBezTo>
                  <a:pt x="22708" y="101441"/>
                  <a:pt x="0" y="78733"/>
                  <a:pt x="0" y="50721"/>
                </a:cubicBezTo>
                <a:lnTo>
                  <a:pt x="0" y="50721"/>
                </a:lnTo>
                <a:cubicBezTo>
                  <a:pt x="0" y="22708"/>
                  <a:pt x="22708" y="0"/>
                  <a:pt x="50721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481559" y="7589092"/>
            <a:ext cx="3347569" cy="30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8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Fluentd/Logstash：日志收集和转发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78676" y="8096300"/>
            <a:ext cx="101441" cy="101441"/>
          </a:xfrm>
          <a:custGeom>
            <a:avLst/>
            <a:gdLst/>
            <a:ahLst/>
            <a:cxnLst/>
            <a:rect l="l" t="t" r="r" b="b"/>
            <a:pathLst>
              <a:path w="101441" h="101441">
                <a:moveTo>
                  <a:pt x="50721" y="0"/>
                </a:moveTo>
                <a:lnTo>
                  <a:pt x="50721" y="0"/>
                </a:lnTo>
                <a:cubicBezTo>
                  <a:pt x="78733" y="0"/>
                  <a:pt x="101441" y="22708"/>
                  <a:pt x="101441" y="50721"/>
                </a:cubicBezTo>
                <a:lnTo>
                  <a:pt x="101441" y="50721"/>
                </a:lnTo>
                <a:cubicBezTo>
                  <a:pt x="101441" y="78733"/>
                  <a:pt x="78733" y="101441"/>
                  <a:pt x="50721" y="101441"/>
                </a:cubicBezTo>
                <a:lnTo>
                  <a:pt x="50721" y="101441"/>
                </a:lnTo>
                <a:cubicBezTo>
                  <a:pt x="22708" y="101441"/>
                  <a:pt x="0" y="78733"/>
                  <a:pt x="0" y="50721"/>
                </a:cubicBezTo>
                <a:lnTo>
                  <a:pt x="0" y="50721"/>
                </a:lnTo>
                <a:cubicBezTo>
                  <a:pt x="0" y="22708"/>
                  <a:pt x="22708" y="0"/>
                  <a:pt x="50721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481559" y="7994858"/>
            <a:ext cx="2561398" cy="30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8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Kibana：日志可视化和分析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065" y="445065"/>
            <a:ext cx="15454883" cy="267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2" b="1" kern="0" spc="7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DRIVER UI ACCESS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45065" y="801117"/>
            <a:ext cx="15566149" cy="445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154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访问 Driver UI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5065" y="1379702"/>
            <a:ext cx="1068156" cy="44507"/>
          </a:xfrm>
          <a:custGeom>
            <a:avLst/>
            <a:gdLst/>
            <a:ahLst/>
            <a:cxnLst/>
            <a:rect l="l" t="t" r="r" b="b"/>
            <a:pathLst>
              <a:path w="1068156" h="44507">
                <a:moveTo>
                  <a:pt x="0" y="0"/>
                </a:moveTo>
                <a:lnTo>
                  <a:pt x="1068156" y="0"/>
                </a:lnTo>
                <a:lnTo>
                  <a:pt x="1068156" y="44507"/>
                </a:lnTo>
                <a:lnTo>
                  <a:pt x="0" y="44507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6192" y="1791387"/>
            <a:ext cx="7532726" cy="5986125"/>
          </a:xfrm>
          <a:custGeom>
            <a:avLst/>
            <a:gdLst/>
            <a:ahLst/>
            <a:cxnLst/>
            <a:rect l="l" t="t" r="r" b="b"/>
            <a:pathLst>
              <a:path w="7532726" h="5986125">
                <a:moveTo>
                  <a:pt x="89014" y="0"/>
                </a:moveTo>
                <a:lnTo>
                  <a:pt x="7443712" y="0"/>
                </a:lnTo>
                <a:cubicBezTo>
                  <a:pt x="7492873" y="0"/>
                  <a:pt x="7532726" y="39853"/>
                  <a:pt x="7532726" y="89014"/>
                </a:cubicBezTo>
                <a:lnTo>
                  <a:pt x="7532726" y="5897111"/>
                </a:lnTo>
                <a:cubicBezTo>
                  <a:pt x="7532726" y="5946272"/>
                  <a:pt x="7492873" y="5986125"/>
                  <a:pt x="7443712" y="5986125"/>
                </a:cubicBezTo>
                <a:lnTo>
                  <a:pt x="89014" y="5986125"/>
                </a:lnTo>
                <a:cubicBezTo>
                  <a:pt x="39853" y="5986125"/>
                  <a:pt x="0" y="5946272"/>
                  <a:pt x="0" y="5897111"/>
                </a:cubicBezTo>
                <a:lnTo>
                  <a:pt x="0" y="89014"/>
                </a:lnTo>
                <a:cubicBezTo>
                  <a:pt x="0" y="39886"/>
                  <a:pt x="39886" y="0"/>
                  <a:pt x="89014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51047" y="2114059"/>
            <a:ext cx="300419" cy="267039"/>
          </a:xfrm>
          <a:custGeom>
            <a:avLst/>
            <a:gdLst/>
            <a:ahLst/>
            <a:cxnLst/>
            <a:rect l="l" t="t" r="r" b="b"/>
            <a:pathLst>
              <a:path w="300419" h="267039">
                <a:moveTo>
                  <a:pt x="129347" y="45897"/>
                </a:moveTo>
                <a:lnTo>
                  <a:pt x="171072" y="45897"/>
                </a:lnTo>
                <a:lnTo>
                  <a:pt x="171072" y="70932"/>
                </a:lnTo>
                <a:lnTo>
                  <a:pt x="129347" y="70932"/>
                </a:lnTo>
                <a:lnTo>
                  <a:pt x="129347" y="45897"/>
                </a:lnTo>
                <a:close/>
                <a:moveTo>
                  <a:pt x="125175" y="16690"/>
                </a:moveTo>
                <a:cubicBezTo>
                  <a:pt x="111353" y="16690"/>
                  <a:pt x="100140" y="27903"/>
                  <a:pt x="100140" y="41725"/>
                </a:cubicBezTo>
                <a:lnTo>
                  <a:pt x="100140" y="75105"/>
                </a:lnTo>
                <a:cubicBezTo>
                  <a:pt x="100140" y="88926"/>
                  <a:pt x="111353" y="100140"/>
                  <a:pt x="125175" y="100140"/>
                </a:cubicBezTo>
                <a:lnTo>
                  <a:pt x="133520" y="100140"/>
                </a:lnTo>
                <a:lnTo>
                  <a:pt x="133520" y="116830"/>
                </a:lnTo>
                <a:lnTo>
                  <a:pt x="16690" y="116830"/>
                </a:lnTo>
                <a:cubicBezTo>
                  <a:pt x="7458" y="116830"/>
                  <a:pt x="0" y="124288"/>
                  <a:pt x="0" y="133520"/>
                </a:cubicBezTo>
                <a:cubicBezTo>
                  <a:pt x="0" y="142751"/>
                  <a:pt x="7458" y="150209"/>
                  <a:pt x="16690" y="150209"/>
                </a:cubicBezTo>
                <a:lnTo>
                  <a:pt x="66760" y="150209"/>
                </a:lnTo>
                <a:lnTo>
                  <a:pt x="66760" y="166899"/>
                </a:lnTo>
                <a:lnTo>
                  <a:pt x="58415" y="166899"/>
                </a:lnTo>
                <a:cubicBezTo>
                  <a:pt x="44593" y="166899"/>
                  <a:pt x="33380" y="178113"/>
                  <a:pt x="33380" y="191934"/>
                </a:cubicBezTo>
                <a:lnTo>
                  <a:pt x="33380" y="225314"/>
                </a:lnTo>
                <a:cubicBezTo>
                  <a:pt x="33380" y="239136"/>
                  <a:pt x="44593" y="250349"/>
                  <a:pt x="58415" y="250349"/>
                </a:cubicBezTo>
                <a:lnTo>
                  <a:pt x="108485" y="250349"/>
                </a:lnTo>
                <a:cubicBezTo>
                  <a:pt x="122306" y="250349"/>
                  <a:pt x="133520" y="239136"/>
                  <a:pt x="133520" y="225314"/>
                </a:cubicBezTo>
                <a:lnTo>
                  <a:pt x="133520" y="191934"/>
                </a:lnTo>
                <a:cubicBezTo>
                  <a:pt x="133520" y="178113"/>
                  <a:pt x="122306" y="166899"/>
                  <a:pt x="108485" y="166899"/>
                </a:cubicBezTo>
                <a:lnTo>
                  <a:pt x="100140" y="166899"/>
                </a:lnTo>
                <a:lnTo>
                  <a:pt x="100140" y="150209"/>
                </a:lnTo>
                <a:lnTo>
                  <a:pt x="200279" y="150209"/>
                </a:lnTo>
                <a:lnTo>
                  <a:pt x="200279" y="166899"/>
                </a:lnTo>
                <a:lnTo>
                  <a:pt x="191934" y="166899"/>
                </a:lnTo>
                <a:cubicBezTo>
                  <a:pt x="178113" y="166899"/>
                  <a:pt x="166899" y="178113"/>
                  <a:pt x="166899" y="191934"/>
                </a:cubicBezTo>
                <a:lnTo>
                  <a:pt x="166899" y="225314"/>
                </a:lnTo>
                <a:cubicBezTo>
                  <a:pt x="166899" y="239136"/>
                  <a:pt x="178113" y="250349"/>
                  <a:pt x="191934" y="250349"/>
                </a:cubicBezTo>
                <a:lnTo>
                  <a:pt x="242004" y="250349"/>
                </a:lnTo>
                <a:cubicBezTo>
                  <a:pt x="255825" y="250349"/>
                  <a:pt x="267039" y="239136"/>
                  <a:pt x="267039" y="225314"/>
                </a:cubicBezTo>
                <a:lnTo>
                  <a:pt x="267039" y="191934"/>
                </a:lnTo>
                <a:cubicBezTo>
                  <a:pt x="267039" y="178113"/>
                  <a:pt x="255825" y="166899"/>
                  <a:pt x="242004" y="166899"/>
                </a:cubicBezTo>
                <a:lnTo>
                  <a:pt x="233659" y="166899"/>
                </a:lnTo>
                <a:lnTo>
                  <a:pt x="233659" y="150209"/>
                </a:lnTo>
                <a:lnTo>
                  <a:pt x="283729" y="150209"/>
                </a:lnTo>
                <a:cubicBezTo>
                  <a:pt x="292961" y="150209"/>
                  <a:pt x="300419" y="142751"/>
                  <a:pt x="300419" y="133520"/>
                </a:cubicBezTo>
                <a:cubicBezTo>
                  <a:pt x="300419" y="124288"/>
                  <a:pt x="292961" y="116830"/>
                  <a:pt x="283729" y="116830"/>
                </a:cubicBezTo>
                <a:lnTo>
                  <a:pt x="166899" y="116830"/>
                </a:lnTo>
                <a:lnTo>
                  <a:pt x="166899" y="100140"/>
                </a:lnTo>
                <a:lnTo>
                  <a:pt x="175244" y="100140"/>
                </a:lnTo>
                <a:cubicBezTo>
                  <a:pt x="189066" y="100140"/>
                  <a:pt x="200279" y="88926"/>
                  <a:pt x="200279" y="75105"/>
                </a:cubicBezTo>
                <a:lnTo>
                  <a:pt x="200279" y="41725"/>
                </a:lnTo>
                <a:cubicBezTo>
                  <a:pt x="200279" y="27903"/>
                  <a:pt x="189066" y="16690"/>
                  <a:pt x="175244" y="16690"/>
                </a:cubicBezTo>
                <a:lnTo>
                  <a:pt x="125175" y="16690"/>
                </a:lnTo>
                <a:close/>
                <a:moveTo>
                  <a:pt x="233659" y="196107"/>
                </a:moveTo>
                <a:lnTo>
                  <a:pt x="237832" y="196107"/>
                </a:lnTo>
                <a:lnTo>
                  <a:pt x="237832" y="221142"/>
                </a:lnTo>
                <a:lnTo>
                  <a:pt x="196107" y="221142"/>
                </a:lnTo>
                <a:lnTo>
                  <a:pt x="196107" y="196107"/>
                </a:lnTo>
                <a:lnTo>
                  <a:pt x="233659" y="196107"/>
                </a:lnTo>
                <a:close/>
                <a:moveTo>
                  <a:pt x="100140" y="196107"/>
                </a:moveTo>
                <a:lnTo>
                  <a:pt x="104312" y="196107"/>
                </a:lnTo>
                <a:lnTo>
                  <a:pt x="104312" y="221142"/>
                </a:lnTo>
                <a:lnTo>
                  <a:pt x="62587" y="221142"/>
                </a:lnTo>
                <a:lnTo>
                  <a:pt x="62587" y="196107"/>
                </a:lnTo>
                <a:lnTo>
                  <a:pt x="100140" y="196107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68156" y="2069552"/>
            <a:ext cx="6776115" cy="35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03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kubectl port-forward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4357" y="2603630"/>
            <a:ext cx="7065407" cy="289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2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可以使用 </a:t>
            </a:r>
            <a:r>
              <a:rPr lang="en-US" sz="1402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kubectl port-forward</a:t>
            </a:r>
            <a:r>
              <a:rPr lang="en-US" sz="1402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在本地访问任何应用程序的 UI：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4357" y="3070949"/>
            <a:ext cx="6976394" cy="634218"/>
          </a:xfrm>
          <a:custGeom>
            <a:avLst/>
            <a:gdLst/>
            <a:ahLst/>
            <a:cxnLst/>
            <a:rect l="l" t="t" r="r" b="b"/>
            <a:pathLst>
              <a:path w="6976394" h="634218">
                <a:moveTo>
                  <a:pt x="89012" y="0"/>
                </a:moveTo>
                <a:lnTo>
                  <a:pt x="6887382" y="0"/>
                </a:lnTo>
                <a:cubicBezTo>
                  <a:pt x="6936542" y="0"/>
                  <a:pt x="6976394" y="39852"/>
                  <a:pt x="6976394" y="89012"/>
                </a:cubicBezTo>
                <a:lnTo>
                  <a:pt x="6976394" y="545205"/>
                </a:lnTo>
                <a:cubicBezTo>
                  <a:pt x="6976394" y="594365"/>
                  <a:pt x="6936542" y="634218"/>
                  <a:pt x="6887382" y="634218"/>
                </a:cubicBezTo>
                <a:lnTo>
                  <a:pt x="89012" y="634218"/>
                </a:lnTo>
                <a:cubicBezTo>
                  <a:pt x="39852" y="634218"/>
                  <a:pt x="0" y="594365"/>
                  <a:pt x="0" y="545205"/>
                </a:cubicBezTo>
                <a:lnTo>
                  <a:pt x="0" y="89012"/>
                </a:lnTo>
                <a:cubicBezTo>
                  <a:pt x="0" y="39885"/>
                  <a:pt x="39885" y="0"/>
                  <a:pt x="89012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912383" y="3282355"/>
            <a:ext cx="5233687" cy="211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2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kubectl port-forward 4040:4040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4357" y="3966642"/>
            <a:ext cx="89013" cy="89013"/>
          </a:xfrm>
          <a:custGeom>
            <a:avLst/>
            <a:gdLst/>
            <a:ahLst/>
            <a:cxnLst/>
            <a:rect l="l" t="t" r="r" b="b"/>
            <a:pathLst>
              <a:path w="89013" h="89013">
                <a:moveTo>
                  <a:pt x="44507" y="0"/>
                </a:moveTo>
                <a:lnTo>
                  <a:pt x="44507" y="0"/>
                </a:lnTo>
                <a:cubicBezTo>
                  <a:pt x="69070" y="0"/>
                  <a:pt x="89013" y="19943"/>
                  <a:pt x="89013" y="44507"/>
                </a:cubicBezTo>
                <a:lnTo>
                  <a:pt x="89013" y="44507"/>
                </a:lnTo>
                <a:cubicBezTo>
                  <a:pt x="89013" y="69070"/>
                  <a:pt x="69070" y="89013"/>
                  <a:pt x="44507" y="89013"/>
                </a:cubicBezTo>
                <a:lnTo>
                  <a:pt x="44507" y="89013"/>
                </a:lnTo>
                <a:cubicBezTo>
                  <a:pt x="19943" y="89013"/>
                  <a:pt x="0" y="69070"/>
                  <a:pt x="0" y="44507"/>
                </a:cubicBezTo>
                <a:lnTo>
                  <a:pt x="0" y="44507"/>
                </a:lnTo>
                <a:cubicBezTo>
                  <a:pt x="0" y="19943"/>
                  <a:pt x="19943" y="0"/>
                  <a:pt x="44507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12383" y="3877629"/>
            <a:ext cx="2970809" cy="267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2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将本地 4040 端口映射到 Driver Pod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4357" y="4322694"/>
            <a:ext cx="89013" cy="89013"/>
          </a:xfrm>
          <a:custGeom>
            <a:avLst/>
            <a:gdLst/>
            <a:ahLst/>
            <a:cxnLst/>
            <a:rect l="l" t="t" r="r" b="b"/>
            <a:pathLst>
              <a:path w="89013" h="89013">
                <a:moveTo>
                  <a:pt x="44507" y="0"/>
                </a:moveTo>
                <a:lnTo>
                  <a:pt x="44507" y="0"/>
                </a:lnTo>
                <a:cubicBezTo>
                  <a:pt x="69070" y="0"/>
                  <a:pt x="89013" y="19943"/>
                  <a:pt x="89013" y="44507"/>
                </a:cubicBezTo>
                <a:lnTo>
                  <a:pt x="89013" y="44507"/>
                </a:lnTo>
                <a:cubicBezTo>
                  <a:pt x="89013" y="69070"/>
                  <a:pt x="69070" y="89013"/>
                  <a:pt x="44507" y="89013"/>
                </a:cubicBezTo>
                <a:lnTo>
                  <a:pt x="44507" y="89013"/>
                </a:lnTo>
                <a:cubicBezTo>
                  <a:pt x="19943" y="89013"/>
                  <a:pt x="0" y="69070"/>
                  <a:pt x="0" y="44507"/>
                </a:cubicBezTo>
                <a:lnTo>
                  <a:pt x="0" y="44507"/>
                </a:lnTo>
                <a:cubicBezTo>
                  <a:pt x="0" y="19943"/>
                  <a:pt x="19943" y="0"/>
                  <a:pt x="44507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12383" y="4233681"/>
            <a:ext cx="2314338" cy="267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2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支持本地访问 Spark Web UI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74472" y="1791387"/>
            <a:ext cx="7532726" cy="5986125"/>
          </a:xfrm>
          <a:custGeom>
            <a:avLst/>
            <a:gdLst/>
            <a:ahLst/>
            <a:cxnLst/>
            <a:rect l="l" t="t" r="r" b="b"/>
            <a:pathLst>
              <a:path w="7532726" h="5986125">
                <a:moveTo>
                  <a:pt x="89014" y="0"/>
                </a:moveTo>
                <a:lnTo>
                  <a:pt x="7443712" y="0"/>
                </a:lnTo>
                <a:cubicBezTo>
                  <a:pt x="7492873" y="0"/>
                  <a:pt x="7532726" y="39853"/>
                  <a:pt x="7532726" y="89014"/>
                </a:cubicBezTo>
                <a:lnTo>
                  <a:pt x="7532726" y="5897111"/>
                </a:lnTo>
                <a:cubicBezTo>
                  <a:pt x="7532726" y="5946272"/>
                  <a:pt x="7492873" y="5986125"/>
                  <a:pt x="7443712" y="5986125"/>
                </a:cubicBezTo>
                <a:lnTo>
                  <a:pt x="89014" y="5986125"/>
                </a:lnTo>
                <a:cubicBezTo>
                  <a:pt x="39853" y="5986125"/>
                  <a:pt x="0" y="5946272"/>
                  <a:pt x="0" y="5897111"/>
                </a:cubicBezTo>
                <a:lnTo>
                  <a:pt x="0" y="89014"/>
                </a:lnTo>
                <a:cubicBezTo>
                  <a:pt x="0" y="39886"/>
                  <a:pt x="39886" y="0"/>
                  <a:pt x="89014" y="0"/>
                </a:cubicBezTo>
                <a:close/>
              </a:path>
            </a:pathLst>
          </a:cu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586017" y="2114059"/>
            <a:ext cx="267039" cy="267039"/>
          </a:xfrm>
          <a:custGeom>
            <a:avLst/>
            <a:gdLst/>
            <a:ahLst/>
            <a:cxnLst/>
            <a:rect l="l" t="t" r="r" b="b"/>
            <a:pathLst>
              <a:path w="267039" h="267039">
                <a:moveTo>
                  <a:pt x="183537" y="146037"/>
                </a:moveTo>
                <a:lnTo>
                  <a:pt x="83971" y="146037"/>
                </a:lnTo>
                <a:cubicBezTo>
                  <a:pt x="85484" y="179678"/>
                  <a:pt x="92942" y="210658"/>
                  <a:pt x="103530" y="233346"/>
                </a:cubicBezTo>
                <a:cubicBezTo>
                  <a:pt x="109476" y="246124"/>
                  <a:pt x="115891" y="255147"/>
                  <a:pt x="121837" y="260676"/>
                </a:cubicBezTo>
                <a:cubicBezTo>
                  <a:pt x="127678" y="266152"/>
                  <a:pt x="131694" y="267039"/>
                  <a:pt x="133780" y="267039"/>
                </a:cubicBezTo>
                <a:cubicBezTo>
                  <a:pt x="135867" y="267039"/>
                  <a:pt x="139883" y="266152"/>
                  <a:pt x="145724" y="260676"/>
                </a:cubicBezTo>
                <a:cubicBezTo>
                  <a:pt x="151670" y="255147"/>
                  <a:pt x="158085" y="246072"/>
                  <a:pt x="164031" y="233346"/>
                </a:cubicBezTo>
                <a:cubicBezTo>
                  <a:pt x="174618" y="210658"/>
                  <a:pt x="182077" y="179678"/>
                  <a:pt x="183589" y="146037"/>
                </a:cubicBezTo>
                <a:close/>
                <a:moveTo>
                  <a:pt x="83919" y="121002"/>
                </a:moveTo>
                <a:lnTo>
                  <a:pt x="183485" y="121002"/>
                </a:lnTo>
                <a:cubicBezTo>
                  <a:pt x="182025" y="87361"/>
                  <a:pt x="174566" y="56381"/>
                  <a:pt x="163979" y="33693"/>
                </a:cubicBezTo>
                <a:cubicBezTo>
                  <a:pt x="158033" y="20967"/>
                  <a:pt x="151618" y="11892"/>
                  <a:pt x="145672" y="6363"/>
                </a:cubicBezTo>
                <a:cubicBezTo>
                  <a:pt x="139830" y="887"/>
                  <a:pt x="135814" y="0"/>
                  <a:pt x="133728" y="0"/>
                </a:cubicBezTo>
                <a:cubicBezTo>
                  <a:pt x="131642" y="0"/>
                  <a:pt x="127626" y="887"/>
                  <a:pt x="121784" y="6363"/>
                </a:cubicBezTo>
                <a:cubicBezTo>
                  <a:pt x="115839" y="11892"/>
                  <a:pt x="109423" y="20967"/>
                  <a:pt x="103478" y="33693"/>
                </a:cubicBezTo>
                <a:cubicBezTo>
                  <a:pt x="92890" y="56381"/>
                  <a:pt x="85432" y="87361"/>
                  <a:pt x="83919" y="121002"/>
                </a:cubicBezTo>
                <a:close/>
                <a:moveTo>
                  <a:pt x="58884" y="121002"/>
                </a:moveTo>
                <a:cubicBezTo>
                  <a:pt x="60710" y="76356"/>
                  <a:pt x="72236" y="34892"/>
                  <a:pt x="89083" y="7667"/>
                </a:cubicBezTo>
                <a:cubicBezTo>
                  <a:pt x="41047" y="24670"/>
                  <a:pt x="5685" y="68429"/>
                  <a:pt x="782" y="121002"/>
                </a:cubicBezTo>
                <a:lnTo>
                  <a:pt x="58884" y="121002"/>
                </a:lnTo>
                <a:close/>
                <a:moveTo>
                  <a:pt x="782" y="146037"/>
                </a:moveTo>
                <a:cubicBezTo>
                  <a:pt x="5685" y="198610"/>
                  <a:pt x="41047" y="242369"/>
                  <a:pt x="89083" y="259372"/>
                </a:cubicBezTo>
                <a:cubicBezTo>
                  <a:pt x="72236" y="232147"/>
                  <a:pt x="60710" y="190683"/>
                  <a:pt x="58884" y="146037"/>
                </a:cubicBezTo>
                <a:lnTo>
                  <a:pt x="782" y="146037"/>
                </a:lnTo>
                <a:close/>
                <a:moveTo>
                  <a:pt x="208572" y="146037"/>
                </a:moveTo>
                <a:cubicBezTo>
                  <a:pt x="206747" y="190683"/>
                  <a:pt x="195220" y="232147"/>
                  <a:pt x="178374" y="259372"/>
                </a:cubicBezTo>
                <a:cubicBezTo>
                  <a:pt x="226409" y="242317"/>
                  <a:pt x="261771" y="198610"/>
                  <a:pt x="266674" y="146037"/>
                </a:cubicBezTo>
                <a:lnTo>
                  <a:pt x="208572" y="146037"/>
                </a:lnTo>
                <a:close/>
                <a:moveTo>
                  <a:pt x="266674" y="121002"/>
                </a:moveTo>
                <a:cubicBezTo>
                  <a:pt x="261771" y="68429"/>
                  <a:pt x="226409" y="24670"/>
                  <a:pt x="178374" y="7667"/>
                </a:cubicBezTo>
                <a:cubicBezTo>
                  <a:pt x="195220" y="34892"/>
                  <a:pt x="206747" y="76356"/>
                  <a:pt x="208572" y="121002"/>
                </a:cubicBezTo>
                <a:lnTo>
                  <a:pt x="266674" y="121002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886436" y="2069552"/>
            <a:ext cx="6776115" cy="35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03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访问 Spark Driver UI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326818" y="2603630"/>
            <a:ext cx="1424208" cy="1424208"/>
          </a:xfrm>
          <a:custGeom>
            <a:avLst/>
            <a:gdLst/>
            <a:ahLst/>
            <a:cxnLst/>
            <a:rect l="l" t="t" r="r" b="b"/>
            <a:pathLst>
              <a:path w="1424208" h="1424208">
                <a:moveTo>
                  <a:pt x="712104" y="0"/>
                </a:moveTo>
                <a:lnTo>
                  <a:pt x="712104" y="0"/>
                </a:lnTo>
                <a:cubicBezTo>
                  <a:pt x="1105125" y="0"/>
                  <a:pt x="1424208" y="319083"/>
                  <a:pt x="1424208" y="712104"/>
                </a:cubicBezTo>
                <a:lnTo>
                  <a:pt x="1424208" y="712104"/>
                </a:lnTo>
                <a:cubicBezTo>
                  <a:pt x="1424208" y="1105125"/>
                  <a:pt x="1105125" y="1424208"/>
                  <a:pt x="712104" y="1424208"/>
                </a:cubicBezTo>
                <a:lnTo>
                  <a:pt x="712104" y="1424208"/>
                </a:lnTo>
                <a:cubicBezTo>
                  <a:pt x="319083" y="1424208"/>
                  <a:pt x="0" y="1105125"/>
                  <a:pt x="0" y="712104"/>
                </a:cubicBezTo>
                <a:lnTo>
                  <a:pt x="0" y="712104"/>
                </a:lnTo>
                <a:cubicBezTo>
                  <a:pt x="0" y="319083"/>
                  <a:pt x="319083" y="0"/>
                  <a:pt x="712104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11771883" y="3048695"/>
            <a:ext cx="534078" cy="534078"/>
          </a:xfrm>
          <a:custGeom>
            <a:avLst/>
            <a:gdLst/>
            <a:ahLst/>
            <a:cxnLst/>
            <a:rect l="l" t="t" r="r" b="b"/>
            <a:pathLst>
              <a:path w="534078" h="534078">
                <a:moveTo>
                  <a:pt x="302922" y="20654"/>
                </a:moveTo>
                <a:cubicBezTo>
                  <a:pt x="308138" y="8136"/>
                  <a:pt x="320343" y="0"/>
                  <a:pt x="333799" y="0"/>
                </a:cubicBezTo>
                <a:lnTo>
                  <a:pt x="500698" y="0"/>
                </a:lnTo>
                <a:cubicBezTo>
                  <a:pt x="519161" y="0"/>
                  <a:pt x="534078" y="14917"/>
                  <a:pt x="534078" y="33380"/>
                </a:cubicBezTo>
                <a:lnTo>
                  <a:pt x="534078" y="200279"/>
                </a:lnTo>
                <a:cubicBezTo>
                  <a:pt x="534078" y="213736"/>
                  <a:pt x="525942" y="225940"/>
                  <a:pt x="513424" y="231156"/>
                </a:cubicBezTo>
                <a:cubicBezTo>
                  <a:pt x="500907" y="236371"/>
                  <a:pt x="486616" y="233451"/>
                  <a:pt x="477019" y="223958"/>
                </a:cubicBezTo>
                <a:lnTo>
                  <a:pt x="417248" y="164083"/>
                </a:lnTo>
                <a:lnTo>
                  <a:pt x="257234" y="323993"/>
                </a:lnTo>
                <a:cubicBezTo>
                  <a:pt x="244195" y="337032"/>
                  <a:pt x="223019" y="337032"/>
                  <a:pt x="209980" y="323993"/>
                </a:cubicBezTo>
                <a:cubicBezTo>
                  <a:pt x="196941" y="310954"/>
                  <a:pt x="196941" y="289779"/>
                  <a:pt x="209980" y="276740"/>
                </a:cubicBezTo>
                <a:lnTo>
                  <a:pt x="369995" y="116830"/>
                </a:lnTo>
                <a:lnTo>
                  <a:pt x="310224" y="56954"/>
                </a:lnTo>
                <a:cubicBezTo>
                  <a:pt x="300628" y="47358"/>
                  <a:pt x="297811" y="33067"/>
                  <a:pt x="303027" y="20549"/>
                </a:cubicBezTo>
                <a:close/>
                <a:moveTo>
                  <a:pt x="0" y="183589"/>
                </a:moveTo>
                <a:cubicBezTo>
                  <a:pt x="0" y="137483"/>
                  <a:pt x="37344" y="100140"/>
                  <a:pt x="83450" y="100140"/>
                </a:cubicBezTo>
                <a:lnTo>
                  <a:pt x="166899" y="100140"/>
                </a:lnTo>
                <a:cubicBezTo>
                  <a:pt x="185363" y="100140"/>
                  <a:pt x="200279" y="115056"/>
                  <a:pt x="200279" y="133520"/>
                </a:cubicBezTo>
                <a:cubicBezTo>
                  <a:pt x="200279" y="151983"/>
                  <a:pt x="185363" y="166899"/>
                  <a:pt x="166899" y="166899"/>
                </a:cubicBezTo>
                <a:lnTo>
                  <a:pt x="83450" y="166899"/>
                </a:lnTo>
                <a:cubicBezTo>
                  <a:pt x="74270" y="166899"/>
                  <a:pt x="66760" y="174410"/>
                  <a:pt x="66760" y="183589"/>
                </a:cubicBezTo>
                <a:lnTo>
                  <a:pt x="66760" y="450628"/>
                </a:lnTo>
                <a:cubicBezTo>
                  <a:pt x="66760" y="459808"/>
                  <a:pt x="74270" y="467318"/>
                  <a:pt x="83450" y="467318"/>
                </a:cubicBezTo>
                <a:lnTo>
                  <a:pt x="350489" y="467318"/>
                </a:lnTo>
                <a:cubicBezTo>
                  <a:pt x="359668" y="467318"/>
                  <a:pt x="367179" y="459808"/>
                  <a:pt x="367179" y="450628"/>
                </a:cubicBezTo>
                <a:lnTo>
                  <a:pt x="367179" y="367179"/>
                </a:lnTo>
                <a:cubicBezTo>
                  <a:pt x="367179" y="348715"/>
                  <a:pt x="382095" y="333799"/>
                  <a:pt x="400559" y="333799"/>
                </a:cubicBezTo>
                <a:cubicBezTo>
                  <a:pt x="419022" y="333799"/>
                  <a:pt x="433938" y="348715"/>
                  <a:pt x="433938" y="367179"/>
                </a:cubicBezTo>
                <a:lnTo>
                  <a:pt x="433938" y="450628"/>
                </a:lnTo>
                <a:cubicBezTo>
                  <a:pt x="433938" y="496734"/>
                  <a:pt x="396595" y="534078"/>
                  <a:pt x="350489" y="534078"/>
                </a:cubicBezTo>
                <a:lnTo>
                  <a:pt x="83450" y="534078"/>
                </a:lnTo>
                <a:cubicBezTo>
                  <a:pt x="37344" y="534078"/>
                  <a:pt x="0" y="496734"/>
                  <a:pt x="0" y="450628"/>
                </a:cubicBezTo>
                <a:lnTo>
                  <a:pt x="0" y="183589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469188" y="4205864"/>
            <a:ext cx="7143294" cy="400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2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http://localhost:4040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8131" y="4695436"/>
            <a:ext cx="7065407" cy="267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2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在浏览器中访问 Spark Driver UI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552637" y="5229514"/>
            <a:ext cx="6976394" cy="2269832"/>
          </a:xfrm>
          <a:custGeom>
            <a:avLst/>
            <a:gdLst/>
            <a:ahLst/>
            <a:cxnLst/>
            <a:rect l="l" t="t" r="r" b="b"/>
            <a:pathLst>
              <a:path w="6976394" h="2269832">
                <a:moveTo>
                  <a:pt x="89023" y="0"/>
                </a:moveTo>
                <a:lnTo>
                  <a:pt x="6887371" y="0"/>
                </a:lnTo>
                <a:cubicBezTo>
                  <a:pt x="6936537" y="0"/>
                  <a:pt x="6976394" y="39857"/>
                  <a:pt x="6976394" y="89023"/>
                </a:cubicBezTo>
                <a:lnTo>
                  <a:pt x="6976394" y="2180809"/>
                </a:lnTo>
                <a:cubicBezTo>
                  <a:pt x="6976394" y="2229975"/>
                  <a:pt x="6936537" y="2269832"/>
                  <a:pt x="6887371" y="2269832"/>
                </a:cubicBezTo>
                <a:lnTo>
                  <a:pt x="89023" y="2269832"/>
                </a:lnTo>
                <a:cubicBezTo>
                  <a:pt x="39857" y="2269832"/>
                  <a:pt x="0" y="2229975"/>
                  <a:pt x="0" y="2180809"/>
                </a:cubicBezTo>
                <a:lnTo>
                  <a:pt x="0" y="89023"/>
                </a:lnTo>
                <a:cubicBezTo>
                  <a:pt x="0" y="39890"/>
                  <a:pt x="39890" y="0"/>
                  <a:pt x="8902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730663" y="5407540"/>
            <a:ext cx="6720482" cy="311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7" b="1" dirty="0">
                <a:solidFill>
                  <a:srgbClr val="F6AD5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UI 功能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730663" y="5908238"/>
            <a:ext cx="66760" cy="66760"/>
          </a:xfrm>
          <a:custGeom>
            <a:avLst/>
            <a:gdLst/>
            <a:ahLst/>
            <a:cxnLst/>
            <a:rect l="l" t="t" r="r" b="b"/>
            <a:pathLst>
              <a:path w="66760" h="66760">
                <a:moveTo>
                  <a:pt x="33380" y="0"/>
                </a:moveTo>
                <a:lnTo>
                  <a:pt x="33380" y="0"/>
                </a:lnTo>
                <a:cubicBezTo>
                  <a:pt x="51803" y="0"/>
                  <a:pt x="66760" y="14957"/>
                  <a:pt x="66760" y="33380"/>
                </a:cubicBezTo>
                <a:lnTo>
                  <a:pt x="66760" y="33380"/>
                </a:lnTo>
                <a:cubicBezTo>
                  <a:pt x="66760" y="51803"/>
                  <a:pt x="51803" y="66760"/>
                  <a:pt x="33380" y="66760"/>
                </a:cubicBezTo>
                <a:lnTo>
                  <a:pt x="33380" y="66760"/>
                </a:lnTo>
                <a:cubicBezTo>
                  <a:pt x="14957" y="66760"/>
                  <a:pt x="0" y="51803"/>
                  <a:pt x="0" y="33380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886436" y="5808099"/>
            <a:ext cx="1157169" cy="267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2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作业执行情况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730663" y="6219784"/>
            <a:ext cx="66760" cy="66760"/>
          </a:xfrm>
          <a:custGeom>
            <a:avLst/>
            <a:gdLst/>
            <a:ahLst/>
            <a:cxnLst/>
            <a:rect l="l" t="t" r="r" b="b"/>
            <a:pathLst>
              <a:path w="66760" h="66760">
                <a:moveTo>
                  <a:pt x="33380" y="0"/>
                </a:moveTo>
                <a:lnTo>
                  <a:pt x="33380" y="0"/>
                </a:lnTo>
                <a:cubicBezTo>
                  <a:pt x="51803" y="0"/>
                  <a:pt x="66760" y="14957"/>
                  <a:pt x="66760" y="33380"/>
                </a:cubicBezTo>
                <a:lnTo>
                  <a:pt x="66760" y="33380"/>
                </a:lnTo>
                <a:cubicBezTo>
                  <a:pt x="66760" y="51803"/>
                  <a:pt x="51803" y="66760"/>
                  <a:pt x="33380" y="66760"/>
                </a:cubicBezTo>
                <a:lnTo>
                  <a:pt x="33380" y="66760"/>
                </a:lnTo>
                <a:cubicBezTo>
                  <a:pt x="14957" y="66760"/>
                  <a:pt x="0" y="51803"/>
                  <a:pt x="0" y="33380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886436" y="6119644"/>
            <a:ext cx="1335195" cy="267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2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阶段和任务详情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730663" y="6531329"/>
            <a:ext cx="66760" cy="66760"/>
          </a:xfrm>
          <a:custGeom>
            <a:avLst/>
            <a:gdLst/>
            <a:ahLst/>
            <a:cxnLst/>
            <a:rect l="l" t="t" r="r" b="b"/>
            <a:pathLst>
              <a:path w="66760" h="66760">
                <a:moveTo>
                  <a:pt x="33380" y="0"/>
                </a:moveTo>
                <a:lnTo>
                  <a:pt x="33380" y="0"/>
                </a:lnTo>
                <a:cubicBezTo>
                  <a:pt x="51803" y="0"/>
                  <a:pt x="66760" y="14957"/>
                  <a:pt x="66760" y="33380"/>
                </a:cubicBezTo>
                <a:lnTo>
                  <a:pt x="66760" y="33380"/>
                </a:lnTo>
                <a:cubicBezTo>
                  <a:pt x="66760" y="51803"/>
                  <a:pt x="51803" y="66760"/>
                  <a:pt x="33380" y="66760"/>
                </a:cubicBezTo>
                <a:lnTo>
                  <a:pt x="33380" y="66760"/>
                </a:lnTo>
                <a:cubicBezTo>
                  <a:pt x="14957" y="66760"/>
                  <a:pt x="0" y="51803"/>
                  <a:pt x="0" y="33380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886436" y="6431190"/>
            <a:ext cx="801117" cy="267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2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存储信息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730663" y="6842875"/>
            <a:ext cx="66760" cy="66760"/>
          </a:xfrm>
          <a:custGeom>
            <a:avLst/>
            <a:gdLst/>
            <a:ahLst/>
            <a:cxnLst/>
            <a:rect l="l" t="t" r="r" b="b"/>
            <a:pathLst>
              <a:path w="66760" h="66760">
                <a:moveTo>
                  <a:pt x="33380" y="0"/>
                </a:moveTo>
                <a:lnTo>
                  <a:pt x="33380" y="0"/>
                </a:lnTo>
                <a:cubicBezTo>
                  <a:pt x="51803" y="0"/>
                  <a:pt x="66760" y="14957"/>
                  <a:pt x="66760" y="33380"/>
                </a:cubicBezTo>
                <a:lnTo>
                  <a:pt x="66760" y="33380"/>
                </a:lnTo>
                <a:cubicBezTo>
                  <a:pt x="66760" y="51803"/>
                  <a:pt x="51803" y="66760"/>
                  <a:pt x="33380" y="66760"/>
                </a:cubicBezTo>
                <a:lnTo>
                  <a:pt x="33380" y="66760"/>
                </a:lnTo>
                <a:cubicBezTo>
                  <a:pt x="14957" y="66760"/>
                  <a:pt x="0" y="51803"/>
                  <a:pt x="0" y="33380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886436" y="6742735"/>
            <a:ext cx="801117" cy="267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2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环境配置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730663" y="7154420"/>
            <a:ext cx="66760" cy="66760"/>
          </a:xfrm>
          <a:custGeom>
            <a:avLst/>
            <a:gdLst/>
            <a:ahLst/>
            <a:cxnLst/>
            <a:rect l="l" t="t" r="r" b="b"/>
            <a:pathLst>
              <a:path w="66760" h="66760">
                <a:moveTo>
                  <a:pt x="33380" y="0"/>
                </a:moveTo>
                <a:lnTo>
                  <a:pt x="33380" y="0"/>
                </a:lnTo>
                <a:cubicBezTo>
                  <a:pt x="51803" y="0"/>
                  <a:pt x="66760" y="14957"/>
                  <a:pt x="66760" y="33380"/>
                </a:cubicBezTo>
                <a:lnTo>
                  <a:pt x="66760" y="33380"/>
                </a:lnTo>
                <a:cubicBezTo>
                  <a:pt x="66760" y="51803"/>
                  <a:pt x="51803" y="66760"/>
                  <a:pt x="33380" y="66760"/>
                </a:cubicBezTo>
                <a:lnTo>
                  <a:pt x="33380" y="66760"/>
                </a:lnTo>
                <a:cubicBezTo>
                  <a:pt x="14957" y="66760"/>
                  <a:pt x="0" y="51803"/>
                  <a:pt x="0" y="33380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886436" y="7054281"/>
            <a:ext cx="1212802" cy="267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2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Executor 信息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67318" y="8055677"/>
            <a:ext cx="15343617" cy="645344"/>
          </a:xfrm>
          <a:custGeom>
            <a:avLst/>
            <a:gdLst/>
            <a:ahLst/>
            <a:cxnLst/>
            <a:rect l="l" t="t" r="r" b="b"/>
            <a:pathLst>
              <a:path w="15343617" h="645344">
                <a:moveTo>
                  <a:pt x="44507" y="0"/>
                </a:moveTo>
                <a:lnTo>
                  <a:pt x="15254604" y="0"/>
                </a:lnTo>
                <a:cubicBezTo>
                  <a:pt x="15303765" y="0"/>
                  <a:pt x="15343617" y="39852"/>
                  <a:pt x="15343617" y="89012"/>
                </a:cubicBezTo>
                <a:lnTo>
                  <a:pt x="15343617" y="556332"/>
                </a:lnTo>
                <a:cubicBezTo>
                  <a:pt x="15343617" y="605492"/>
                  <a:pt x="15303765" y="645344"/>
                  <a:pt x="15254604" y="645344"/>
                </a:cubicBezTo>
                <a:lnTo>
                  <a:pt x="44507" y="645344"/>
                </a:lnTo>
                <a:cubicBezTo>
                  <a:pt x="19943" y="645344"/>
                  <a:pt x="0" y="625402"/>
                  <a:pt x="0" y="600838"/>
                </a:cubicBezTo>
                <a:lnTo>
                  <a:pt x="0" y="44507"/>
                </a:lnTo>
                <a:cubicBezTo>
                  <a:pt x="0" y="19943"/>
                  <a:pt x="19943" y="0"/>
                  <a:pt x="44507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467318" y="8055677"/>
            <a:ext cx="44507" cy="645344"/>
          </a:xfrm>
          <a:custGeom>
            <a:avLst/>
            <a:gdLst/>
            <a:ahLst/>
            <a:cxnLst/>
            <a:rect l="l" t="t" r="r" b="b"/>
            <a:pathLst>
              <a:path w="44507" h="645344">
                <a:moveTo>
                  <a:pt x="44507" y="0"/>
                </a:moveTo>
                <a:lnTo>
                  <a:pt x="44507" y="0"/>
                </a:lnTo>
                <a:lnTo>
                  <a:pt x="44507" y="645344"/>
                </a:lnTo>
                <a:lnTo>
                  <a:pt x="44507" y="645344"/>
                </a:lnTo>
                <a:cubicBezTo>
                  <a:pt x="19943" y="645344"/>
                  <a:pt x="0" y="625402"/>
                  <a:pt x="0" y="600838"/>
                </a:cubicBezTo>
                <a:lnTo>
                  <a:pt x="0" y="44507"/>
                </a:lnTo>
                <a:cubicBezTo>
                  <a:pt x="0" y="19943"/>
                  <a:pt x="19943" y="0"/>
                  <a:pt x="44507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712104" y="8294899"/>
            <a:ext cx="133520" cy="178026"/>
          </a:xfrm>
          <a:custGeom>
            <a:avLst/>
            <a:gdLst/>
            <a:ahLst/>
            <a:cxnLst/>
            <a:rect l="l" t="t" r="r" b="b"/>
            <a:pathLst>
              <a:path w="133520" h="178026">
                <a:moveTo>
                  <a:pt x="101843" y="133520"/>
                </a:moveTo>
                <a:cubicBezTo>
                  <a:pt x="104382" y="125766"/>
                  <a:pt x="109458" y="118742"/>
                  <a:pt x="115195" y="112692"/>
                </a:cubicBezTo>
                <a:cubicBezTo>
                  <a:pt x="126565" y="100731"/>
                  <a:pt x="133520" y="84562"/>
                  <a:pt x="133520" y="66760"/>
                </a:cubicBezTo>
                <a:cubicBezTo>
                  <a:pt x="133520" y="29903"/>
                  <a:pt x="103617" y="0"/>
                  <a:pt x="66760" y="0"/>
                </a:cubicBezTo>
                <a:cubicBezTo>
                  <a:pt x="29903" y="0"/>
                  <a:pt x="0" y="29903"/>
                  <a:pt x="0" y="66760"/>
                </a:cubicBezTo>
                <a:cubicBezTo>
                  <a:pt x="0" y="84562"/>
                  <a:pt x="6954" y="100731"/>
                  <a:pt x="18324" y="112692"/>
                </a:cubicBezTo>
                <a:cubicBezTo>
                  <a:pt x="24061" y="118742"/>
                  <a:pt x="29173" y="125766"/>
                  <a:pt x="31676" y="133520"/>
                </a:cubicBezTo>
                <a:lnTo>
                  <a:pt x="101809" y="133520"/>
                </a:lnTo>
                <a:close/>
                <a:moveTo>
                  <a:pt x="100140" y="150209"/>
                </a:moveTo>
                <a:lnTo>
                  <a:pt x="33380" y="150209"/>
                </a:lnTo>
                <a:lnTo>
                  <a:pt x="33380" y="155773"/>
                </a:lnTo>
                <a:cubicBezTo>
                  <a:pt x="33380" y="171141"/>
                  <a:pt x="45828" y="183589"/>
                  <a:pt x="61196" y="183589"/>
                </a:cubicBezTo>
                <a:lnTo>
                  <a:pt x="72323" y="183589"/>
                </a:lnTo>
                <a:cubicBezTo>
                  <a:pt x="87692" y="183589"/>
                  <a:pt x="100140" y="171141"/>
                  <a:pt x="100140" y="155773"/>
                </a:cubicBezTo>
                <a:lnTo>
                  <a:pt x="100140" y="150209"/>
                </a:lnTo>
                <a:close/>
                <a:moveTo>
                  <a:pt x="63978" y="38943"/>
                </a:moveTo>
                <a:cubicBezTo>
                  <a:pt x="50139" y="38943"/>
                  <a:pt x="38943" y="50139"/>
                  <a:pt x="38943" y="63978"/>
                </a:cubicBezTo>
                <a:cubicBezTo>
                  <a:pt x="38943" y="68603"/>
                  <a:pt x="35223" y="72323"/>
                  <a:pt x="30598" y="72323"/>
                </a:cubicBezTo>
                <a:cubicBezTo>
                  <a:pt x="25974" y="72323"/>
                  <a:pt x="22253" y="68603"/>
                  <a:pt x="22253" y="63978"/>
                </a:cubicBezTo>
                <a:cubicBezTo>
                  <a:pt x="22253" y="40925"/>
                  <a:pt x="40925" y="22253"/>
                  <a:pt x="63978" y="22253"/>
                </a:cubicBezTo>
                <a:cubicBezTo>
                  <a:pt x="68603" y="22253"/>
                  <a:pt x="72323" y="25974"/>
                  <a:pt x="72323" y="30598"/>
                </a:cubicBezTo>
                <a:cubicBezTo>
                  <a:pt x="72323" y="35223"/>
                  <a:pt x="68603" y="38943"/>
                  <a:pt x="63978" y="38943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968115" y="8233703"/>
            <a:ext cx="14753807" cy="289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2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提示：</a:t>
            </a:r>
            <a:r>
              <a:rPr lang="en-US" sz="1402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Spark Driver UI 提供了丰富的监控信息，帮助用户了解作业执行详情、性能瓶颈、资源使用情况等，是</a:t>
            </a:r>
            <a:r>
              <a:rPr lang="en-US" sz="1402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性能调优和问题排查</a:t>
            </a:r>
            <a:r>
              <a:rPr lang="en-US" sz="1402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的重要工具。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366" y="476366"/>
            <a:ext cx="15398541" cy="28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kern="0" spc="75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DEBUGGING &amp; TROUBLESHOOTING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76366" y="857459"/>
            <a:ext cx="15517632" cy="476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76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调试与故障排查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6366" y="1476736"/>
            <a:ext cx="1143279" cy="47637"/>
          </a:xfrm>
          <a:custGeom>
            <a:avLst/>
            <a:gdLst/>
            <a:ahLst/>
            <a:cxnLst/>
            <a:rect l="l" t="t" r="r" b="b"/>
            <a:pathLst>
              <a:path w="1143279" h="47637">
                <a:moveTo>
                  <a:pt x="0" y="0"/>
                </a:moveTo>
                <a:lnTo>
                  <a:pt x="1143279" y="0"/>
                </a:lnTo>
                <a:lnTo>
                  <a:pt x="1143279" y="47637"/>
                </a:lnTo>
                <a:lnTo>
                  <a:pt x="0" y="47637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88275" y="1917374"/>
            <a:ext cx="4882755" cy="3548929"/>
          </a:xfrm>
          <a:custGeom>
            <a:avLst/>
            <a:gdLst/>
            <a:ahLst/>
            <a:cxnLst/>
            <a:rect l="l" t="t" r="r" b="b"/>
            <a:pathLst>
              <a:path w="4882755" h="3548929">
                <a:moveTo>
                  <a:pt x="95289" y="0"/>
                </a:moveTo>
                <a:lnTo>
                  <a:pt x="4787466" y="0"/>
                </a:lnTo>
                <a:cubicBezTo>
                  <a:pt x="4840092" y="0"/>
                  <a:pt x="4882755" y="42662"/>
                  <a:pt x="4882755" y="95289"/>
                </a:cubicBezTo>
                <a:lnTo>
                  <a:pt x="4882755" y="3453640"/>
                </a:lnTo>
                <a:cubicBezTo>
                  <a:pt x="4882755" y="3506267"/>
                  <a:pt x="4840092" y="3548929"/>
                  <a:pt x="4787466" y="3548929"/>
                </a:cubicBezTo>
                <a:lnTo>
                  <a:pt x="95289" y="3548929"/>
                </a:lnTo>
                <a:cubicBezTo>
                  <a:pt x="42662" y="3548929"/>
                  <a:pt x="0" y="3506267"/>
                  <a:pt x="0" y="3453640"/>
                </a:cubicBezTo>
                <a:lnTo>
                  <a:pt x="0" y="95289"/>
                </a:lnTo>
                <a:cubicBezTo>
                  <a:pt x="0" y="42697"/>
                  <a:pt x="42697" y="0"/>
                  <a:pt x="95289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86004" y="2215103"/>
            <a:ext cx="666913" cy="666913"/>
          </a:xfrm>
          <a:custGeom>
            <a:avLst/>
            <a:gdLst/>
            <a:ahLst/>
            <a:cxnLst/>
            <a:rect l="l" t="t" r="r" b="b"/>
            <a:pathLst>
              <a:path w="666913" h="666913">
                <a:moveTo>
                  <a:pt x="95275" y="0"/>
                </a:moveTo>
                <a:lnTo>
                  <a:pt x="571638" y="0"/>
                </a:lnTo>
                <a:cubicBezTo>
                  <a:pt x="624257" y="0"/>
                  <a:pt x="666913" y="42656"/>
                  <a:pt x="666913" y="95275"/>
                </a:cubicBezTo>
                <a:lnTo>
                  <a:pt x="666913" y="571638"/>
                </a:lnTo>
                <a:cubicBezTo>
                  <a:pt x="666913" y="624257"/>
                  <a:pt x="624257" y="666913"/>
                  <a:pt x="571638" y="666913"/>
                </a:cubicBezTo>
                <a:lnTo>
                  <a:pt x="95275" y="666913"/>
                </a:lnTo>
                <a:cubicBezTo>
                  <a:pt x="42656" y="666913"/>
                  <a:pt x="0" y="624257"/>
                  <a:pt x="0" y="571638"/>
                </a:cubicBezTo>
                <a:lnTo>
                  <a:pt x="0" y="95275"/>
                </a:lnTo>
                <a:cubicBezTo>
                  <a:pt x="0" y="42656"/>
                  <a:pt x="42656" y="0"/>
                  <a:pt x="95275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976551" y="2405650"/>
            <a:ext cx="285820" cy="285820"/>
          </a:xfrm>
          <a:custGeom>
            <a:avLst/>
            <a:gdLst/>
            <a:ahLst/>
            <a:cxnLst/>
            <a:rect l="l" t="t" r="r" b="b"/>
            <a:pathLst>
              <a:path w="285820" h="285820">
                <a:moveTo>
                  <a:pt x="232229" y="116114"/>
                </a:moveTo>
                <a:cubicBezTo>
                  <a:pt x="232229" y="141738"/>
                  <a:pt x="223911" y="165407"/>
                  <a:pt x="209899" y="184611"/>
                </a:cubicBezTo>
                <a:lnTo>
                  <a:pt x="280572" y="255340"/>
                </a:lnTo>
                <a:cubicBezTo>
                  <a:pt x="287550" y="262318"/>
                  <a:pt x="287550" y="273650"/>
                  <a:pt x="280572" y="280628"/>
                </a:cubicBezTo>
                <a:cubicBezTo>
                  <a:pt x="273594" y="287606"/>
                  <a:pt x="262262" y="287606"/>
                  <a:pt x="255284" y="280628"/>
                </a:cubicBezTo>
                <a:lnTo>
                  <a:pt x="184611" y="209899"/>
                </a:lnTo>
                <a:cubicBezTo>
                  <a:pt x="165407" y="223911"/>
                  <a:pt x="141738" y="232229"/>
                  <a:pt x="116114" y="232229"/>
                </a:cubicBezTo>
                <a:cubicBezTo>
                  <a:pt x="51972" y="232229"/>
                  <a:pt x="0" y="180256"/>
                  <a:pt x="0" y="116114"/>
                </a:cubicBezTo>
                <a:cubicBezTo>
                  <a:pt x="0" y="51972"/>
                  <a:pt x="51972" y="0"/>
                  <a:pt x="116114" y="0"/>
                </a:cubicBezTo>
                <a:cubicBezTo>
                  <a:pt x="180256" y="0"/>
                  <a:pt x="232229" y="51972"/>
                  <a:pt x="232229" y="116114"/>
                </a:cubicBezTo>
                <a:close/>
                <a:moveTo>
                  <a:pt x="116114" y="196501"/>
                </a:moveTo>
                <a:cubicBezTo>
                  <a:pt x="160481" y="196501"/>
                  <a:pt x="196501" y="160481"/>
                  <a:pt x="196501" y="116114"/>
                </a:cubicBezTo>
                <a:cubicBezTo>
                  <a:pt x="196501" y="71748"/>
                  <a:pt x="160481" y="35727"/>
                  <a:pt x="116114" y="35727"/>
                </a:cubicBezTo>
                <a:cubicBezTo>
                  <a:pt x="71748" y="35727"/>
                  <a:pt x="35727" y="71748"/>
                  <a:pt x="35727" y="116114"/>
                </a:cubicBezTo>
                <a:cubicBezTo>
                  <a:pt x="35727" y="160481"/>
                  <a:pt x="71748" y="196501"/>
                  <a:pt x="116114" y="196501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86004" y="3072563"/>
            <a:ext cx="4406388" cy="333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7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获取调度信息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6004" y="3548929"/>
            <a:ext cx="4382570" cy="309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要获取有关驱动程序 Pod 调度决策的基本信息：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6004" y="4001477"/>
            <a:ext cx="4287297" cy="571640"/>
          </a:xfrm>
          <a:custGeom>
            <a:avLst/>
            <a:gdLst/>
            <a:ahLst/>
            <a:cxnLst/>
            <a:rect l="l" t="t" r="r" b="b"/>
            <a:pathLst>
              <a:path w="4287297" h="571640">
                <a:moveTo>
                  <a:pt x="95275" y="0"/>
                </a:moveTo>
                <a:lnTo>
                  <a:pt x="4192022" y="0"/>
                </a:lnTo>
                <a:cubicBezTo>
                  <a:pt x="4244641" y="0"/>
                  <a:pt x="4287297" y="42656"/>
                  <a:pt x="4287297" y="95275"/>
                </a:cubicBezTo>
                <a:lnTo>
                  <a:pt x="4287297" y="476364"/>
                </a:lnTo>
                <a:cubicBezTo>
                  <a:pt x="4287297" y="528983"/>
                  <a:pt x="4244641" y="571640"/>
                  <a:pt x="4192022" y="571640"/>
                </a:cubicBezTo>
                <a:lnTo>
                  <a:pt x="95275" y="571640"/>
                </a:lnTo>
                <a:cubicBezTo>
                  <a:pt x="42656" y="571640"/>
                  <a:pt x="0" y="528983"/>
                  <a:pt x="0" y="476364"/>
                </a:cubicBezTo>
                <a:lnTo>
                  <a:pt x="0" y="95275"/>
                </a:lnTo>
                <a:cubicBezTo>
                  <a:pt x="0" y="42656"/>
                  <a:pt x="42656" y="0"/>
                  <a:pt x="95275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28914" y="4203933"/>
            <a:ext cx="3998221" cy="196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3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kubectl describe pod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6004" y="4716026"/>
            <a:ext cx="4370661" cy="23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3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查看 Events 部分了解调度失败原因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85878" y="1917374"/>
            <a:ext cx="4882755" cy="3548929"/>
          </a:xfrm>
          <a:custGeom>
            <a:avLst/>
            <a:gdLst/>
            <a:ahLst/>
            <a:cxnLst/>
            <a:rect l="l" t="t" r="r" b="b"/>
            <a:pathLst>
              <a:path w="4882755" h="3548929">
                <a:moveTo>
                  <a:pt x="95289" y="0"/>
                </a:moveTo>
                <a:lnTo>
                  <a:pt x="4787466" y="0"/>
                </a:lnTo>
                <a:cubicBezTo>
                  <a:pt x="4840092" y="0"/>
                  <a:pt x="4882755" y="42662"/>
                  <a:pt x="4882755" y="95289"/>
                </a:cubicBezTo>
                <a:lnTo>
                  <a:pt x="4882755" y="3453640"/>
                </a:lnTo>
                <a:cubicBezTo>
                  <a:pt x="4882755" y="3506267"/>
                  <a:pt x="4840092" y="3548929"/>
                  <a:pt x="4787466" y="3548929"/>
                </a:cubicBezTo>
                <a:lnTo>
                  <a:pt x="95289" y="3548929"/>
                </a:lnTo>
                <a:cubicBezTo>
                  <a:pt x="42662" y="3548929"/>
                  <a:pt x="0" y="3506267"/>
                  <a:pt x="0" y="3453640"/>
                </a:cubicBezTo>
                <a:lnTo>
                  <a:pt x="0" y="95289"/>
                </a:lnTo>
                <a:cubicBezTo>
                  <a:pt x="0" y="42697"/>
                  <a:pt x="42697" y="0"/>
                  <a:pt x="95289" y="0"/>
                </a:cubicBezTo>
                <a:close/>
              </a:path>
            </a:pathLst>
          </a:cu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5983607" y="2215103"/>
            <a:ext cx="666913" cy="666913"/>
          </a:xfrm>
          <a:custGeom>
            <a:avLst/>
            <a:gdLst/>
            <a:ahLst/>
            <a:cxnLst/>
            <a:rect l="l" t="t" r="r" b="b"/>
            <a:pathLst>
              <a:path w="666913" h="666913">
                <a:moveTo>
                  <a:pt x="95275" y="0"/>
                </a:moveTo>
                <a:lnTo>
                  <a:pt x="571638" y="0"/>
                </a:lnTo>
                <a:cubicBezTo>
                  <a:pt x="624257" y="0"/>
                  <a:pt x="666913" y="42656"/>
                  <a:pt x="666913" y="95275"/>
                </a:cubicBezTo>
                <a:lnTo>
                  <a:pt x="666913" y="571638"/>
                </a:lnTo>
                <a:cubicBezTo>
                  <a:pt x="666913" y="624257"/>
                  <a:pt x="624257" y="666913"/>
                  <a:pt x="571638" y="666913"/>
                </a:cubicBezTo>
                <a:lnTo>
                  <a:pt x="95275" y="666913"/>
                </a:lnTo>
                <a:cubicBezTo>
                  <a:pt x="42656" y="666913"/>
                  <a:pt x="0" y="624257"/>
                  <a:pt x="0" y="571638"/>
                </a:cubicBezTo>
                <a:lnTo>
                  <a:pt x="0" y="95275"/>
                </a:lnTo>
                <a:cubicBezTo>
                  <a:pt x="0" y="42656"/>
                  <a:pt x="42656" y="0"/>
                  <a:pt x="95275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156290" y="2405650"/>
            <a:ext cx="321547" cy="285820"/>
          </a:xfrm>
          <a:custGeom>
            <a:avLst/>
            <a:gdLst/>
            <a:ahLst/>
            <a:cxnLst/>
            <a:rect l="l" t="t" r="r" b="b"/>
            <a:pathLst>
              <a:path w="321547" h="285820">
                <a:moveTo>
                  <a:pt x="107182" y="53591"/>
                </a:moveTo>
                <a:cubicBezTo>
                  <a:pt x="107182" y="24004"/>
                  <a:pt x="131187" y="0"/>
                  <a:pt x="160774" y="0"/>
                </a:cubicBezTo>
                <a:cubicBezTo>
                  <a:pt x="190360" y="0"/>
                  <a:pt x="214365" y="24004"/>
                  <a:pt x="214365" y="53591"/>
                </a:cubicBezTo>
                <a:lnTo>
                  <a:pt x="214365" y="55601"/>
                </a:lnTo>
                <a:cubicBezTo>
                  <a:pt x="214365" y="64365"/>
                  <a:pt x="207275" y="71455"/>
                  <a:pt x="198511" y="71455"/>
                </a:cubicBezTo>
                <a:lnTo>
                  <a:pt x="123092" y="71455"/>
                </a:lnTo>
                <a:cubicBezTo>
                  <a:pt x="114328" y="71455"/>
                  <a:pt x="107238" y="64365"/>
                  <a:pt x="107238" y="55601"/>
                </a:cubicBezTo>
                <a:lnTo>
                  <a:pt x="107238" y="53591"/>
                </a:lnTo>
                <a:close/>
                <a:moveTo>
                  <a:pt x="300111" y="60737"/>
                </a:moveTo>
                <a:cubicBezTo>
                  <a:pt x="306028" y="68608"/>
                  <a:pt x="304409" y="79829"/>
                  <a:pt x="296538" y="85746"/>
                </a:cubicBezTo>
                <a:lnTo>
                  <a:pt x="241942" y="126665"/>
                </a:lnTo>
                <a:cubicBezTo>
                  <a:pt x="244901" y="131633"/>
                  <a:pt x="247134" y="137104"/>
                  <a:pt x="248529" y="142910"/>
                </a:cubicBezTo>
                <a:lnTo>
                  <a:pt x="303684" y="142910"/>
                </a:lnTo>
                <a:cubicBezTo>
                  <a:pt x="313564" y="142910"/>
                  <a:pt x="321547" y="150893"/>
                  <a:pt x="321547" y="160774"/>
                </a:cubicBezTo>
                <a:cubicBezTo>
                  <a:pt x="321547" y="170655"/>
                  <a:pt x="313564" y="178637"/>
                  <a:pt x="303684" y="178637"/>
                </a:cubicBezTo>
                <a:lnTo>
                  <a:pt x="250092" y="178637"/>
                </a:lnTo>
                <a:lnTo>
                  <a:pt x="250092" y="196501"/>
                </a:lnTo>
                <a:cubicBezTo>
                  <a:pt x="250092" y="197953"/>
                  <a:pt x="250036" y="199460"/>
                  <a:pt x="249981" y="200911"/>
                </a:cubicBezTo>
                <a:lnTo>
                  <a:pt x="296538" y="235801"/>
                </a:lnTo>
                <a:cubicBezTo>
                  <a:pt x="304409" y="241719"/>
                  <a:pt x="306028" y="252939"/>
                  <a:pt x="300111" y="260811"/>
                </a:cubicBezTo>
                <a:cubicBezTo>
                  <a:pt x="294193" y="268682"/>
                  <a:pt x="282973" y="270301"/>
                  <a:pt x="275102" y="264383"/>
                </a:cubicBezTo>
                <a:lnTo>
                  <a:pt x="239876" y="237978"/>
                </a:lnTo>
                <a:cubicBezTo>
                  <a:pt x="226925" y="262653"/>
                  <a:pt x="202753" y="280516"/>
                  <a:pt x="174171" y="284815"/>
                </a:cubicBezTo>
                <a:lnTo>
                  <a:pt x="174171" y="156308"/>
                </a:lnTo>
                <a:cubicBezTo>
                  <a:pt x="174171" y="148883"/>
                  <a:pt x="168198" y="142910"/>
                  <a:pt x="160774" y="142910"/>
                </a:cubicBezTo>
                <a:cubicBezTo>
                  <a:pt x="153349" y="142910"/>
                  <a:pt x="147376" y="148883"/>
                  <a:pt x="147376" y="156308"/>
                </a:cubicBezTo>
                <a:lnTo>
                  <a:pt x="147376" y="284815"/>
                </a:lnTo>
                <a:cubicBezTo>
                  <a:pt x="118794" y="280516"/>
                  <a:pt x="94622" y="262653"/>
                  <a:pt x="81671" y="237978"/>
                </a:cubicBezTo>
                <a:lnTo>
                  <a:pt x="46446" y="264383"/>
                </a:lnTo>
                <a:cubicBezTo>
                  <a:pt x="38575" y="270301"/>
                  <a:pt x="27354" y="268682"/>
                  <a:pt x="21436" y="260811"/>
                </a:cubicBezTo>
                <a:cubicBezTo>
                  <a:pt x="15519" y="252939"/>
                  <a:pt x="17138" y="241719"/>
                  <a:pt x="25009" y="235801"/>
                </a:cubicBezTo>
                <a:lnTo>
                  <a:pt x="71567" y="200911"/>
                </a:lnTo>
                <a:cubicBezTo>
                  <a:pt x="71511" y="199460"/>
                  <a:pt x="71455" y="198008"/>
                  <a:pt x="71455" y="196501"/>
                </a:cubicBezTo>
                <a:lnTo>
                  <a:pt x="71455" y="178637"/>
                </a:lnTo>
                <a:lnTo>
                  <a:pt x="17864" y="178637"/>
                </a:lnTo>
                <a:cubicBezTo>
                  <a:pt x="7983" y="178637"/>
                  <a:pt x="0" y="170655"/>
                  <a:pt x="0" y="160774"/>
                </a:cubicBezTo>
                <a:cubicBezTo>
                  <a:pt x="0" y="150893"/>
                  <a:pt x="7983" y="142910"/>
                  <a:pt x="17864" y="142910"/>
                </a:cubicBezTo>
                <a:lnTo>
                  <a:pt x="73018" y="142910"/>
                </a:lnTo>
                <a:cubicBezTo>
                  <a:pt x="74414" y="137104"/>
                  <a:pt x="76647" y="131633"/>
                  <a:pt x="79605" y="126665"/>
                </a:cubicBezTo>
                <a:lnTo>
                  <a:pt x="25009" y="85746"/>
                </a:lnTo>
                <a:cubicBezTo>
                  <a:pt x="17138" y="79829"/>
                  <a:pt x="15519" y="68608"/>
                  <a:pt x="21436" y="60737"/>
                </a:cubicBezTo>
                <a:cubicBezTo>
                  <a:pt x="27354" y="52865"/>
                  <a:pt x="38575" y="51247"/>
                  <a:pt x="46446" y="57164"/>
                </a:cubicBezTo>
                <a:lnTo>
                  <a:pt x="107182" y="102716"/>
                </a:lnTo>
                <a:cubicBezTo>
                  <a:pt x="114049" y="99869"/>
                  <a:pt x="121585" y="98251"/>
                  <a:pt x="129512" y="98251"/>
                </a:cubicBezTo>
                <a:lnTo>
                  <a:pt x="192035" y="98251"/>
                </a:lnTo>
                <a:cubicBezTo>
                  <a:pt x="199962" y="98251"/>
                  <a:pt x="207498" y="99814"/>
                  <a:pt x="214365" y="102716"/>
                </a:cubicBezTo>
                <a:lnTo>
                  <a:pt x="275102" y="57164"/>
                </a:lnTo>
                <a:cubicBezTo>
                  <a:pt x="282973" y="51247"/>
                  <a:pt x="294193" y="52865"/>
                  <a:pt x="300111" y="60737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983607" y="3072563"/>
            <a:ext cx="4406388" cy="333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7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检查运行时错误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83607" y="3548929"/>
            <a:ext cx="4382570" cy="309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如果 Pod 遇到运行时错误，可以使用以下命令：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83607" y="4001477"/>
            <a:ext cx="4287297" cy="571640"/>
          </a:xfrm>
          <a:custGeom>
            <a:avLst/>
            <a:gdLst/>
            <a:ahLst/>
            <a:cxnLst/>
            <a:rect l="l" t="t" r="r" b="b"/>
            <a:pathLst>
              <a:path w="4287297" h="571640">
                <a:moveTo>
                  <a:pt x="95275" y="0"/>
                </a:moveTo>
                <a:lnTo>
                  <a:pt x="4192022" y="0"/>
                </a:lnTo>
                <a:cubicBezTo>
                  <a:pt x="4244641" y="0"/>
                  <a:pt x="4287297" y="42656"/>
                  <a:pt x="4287297" y="95275"/>
                </a:cubicBezTo>
                <a:lnTo>
                  <a:pt x="4287297" y="476364"/>
                </a:lnTo>
                <a:cubicBezTo>
                  <a:pt x="4287297" y="528983"/>
                  <a:pt x="4244641" y="571640"/>
                  <a:pt x="4192022" y="571640"/>
                </a:cubicBezTo>
                <a:lnTo>
                  <a:pt x="95275" y="571640"/>
                </a:lnTo>
                <a:cubicBezTo>
                  <a:pt x="42656" y="571640"/>
                  <a:pt x="0" y="528983"/>
                  <a:pt x="0" y="476364"/>
                </a:cubicBezTo>
                <a:lnTo>
                  <a:pt x="0" y="95275"/>
                </a:lnTo>
                <a:cubicBezTo>
                  <a:pt x="0" y="42656"/>
                  <a:pt x="42656" y="0"/>
                  <a:pt x="95275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126517" y="4203933"/>
            <a:ext cx="3195190" cy="196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3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kubectl logs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83607" y="4716026"/>
            <a:ext cx="4370661" cy="23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3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查看详细的错误堆栈信息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883574" y="1917374"/>
            <a:ext cx="4882755" cy="3548929"/>
          </a:xfrm>
          <a:custGeom>
            <a:avLst/>
            <a:gdLst/>
            <a:ahLst/>
            <a:cxnLst/>
            <a:rect l="l" t="t" r="r" b="b"/>
            <a:pathLst>
              <a:path w="4882755" h="3548929">
                <a:moveTo>
                  <a:pt x="95289" y="0"/>
                </a:moveTo>
                <a:lnTo>
                  <a:pt x="4787466" y="0"/>
                </a:lnTo>
                <a:cubicBezTo>
                  <a:pt x="4840092" y="0"/>
                  <a:pt x="4882755" y="42662"/>
                  <a:pt x="4882755" y="95289"/>
                </a:cubicBezTo>
                <a:lnTo>
                  <a:pt x="4882755" y="3453640"/>
                </a:lnTo>
                <a:cubicBezTo>
                  <a:pt x="4882755" y="3506267"/>
                  <a:pt x="4840092" y="3548929"/>
                  <a:pt x="4787466" y="3548929"/>
                </a:cubicBezTo>
                <a:lnTo>
                  <a:pt x="95289" y="3548929"/>
                </a:lnTo>
                <a:cubicBezTo>
                  <a:pt x="42662" y="3548929"/>
                  <a:pt x="0" y="3506267"/>
                  <a:pt x="0" y="3453640"/>
                </a:cubicBezTo>
                <a:lnTo>
                  <a:pt x="0" y="95289"/>
                </a:lnTo>
                <a:cubicBezTo>
                  <a:pt x="0" y="42697"/>
                  <a:pt x="42697" y="0"/>
                  <a:pt x="95289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11181303" y="2215103"/>
            <a:ext cx="666913" cy="666913"/>
          </a:xfrm>
          <a:custGeom>
            <a:avLst/>
            <a:gdLst/>
            <a:ahLst/>
            <a:cxnLst/>
            <a:rect l="l" t="t" r="r" b="b"/>
            <a:pathLst>
              <a:path w="666913" h="666913">
                <a:moveTo>
                  <a:pt x="95275" y="0"/>
                </a:moveTo>
                <a:lnTo>
                  <a:pt x="571638" y="0"/>
                </a:lnTo>
                <a:cubicBezTo>
                  <a:pt x="624257" y="0"/>
                  <a:pt x="666913" y="42656"/>
                  <a:pt x="666913" y="95275"/>
                </a:cubicBezTo>
                <a:lnTo>
                  <a:pt x="666913" y="571638"/>
                </a:lnTo>
                <a:cubicBezTo>
                  <a:pt x="666913" y="624257"/>
                  <a:pt x="624257" y="666913"/>
                  <a:pt x="571638" y="666913"/>
                </a:cubicBezTo>
                <a:lnTo>
                  <a:pt x="95275" y="666913"/>
                </a:lnTo>
                <a:cubicBezTo>
                  <a:pt x="42656" y="666913"/>
                  <a:pt x="0" y="624257"/>
                  <a:pt x="0" y="571638"/>
                </a:cubicBezTo>
                <a:lnTo>
                  <a:pt x="0" y="95275"/>
                </a:lnTo>
                <a:cubicBezTo>
                  <a:pt x="0" y="42656"/>
                  <a:pt x="42656" y="0"/>
                  <a:pt x="95275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11336122" y="2405650"/>
            <a:ext cx="357275" cy="285820"/>
          </a:xfrm>
          <a:custGeom>
            <a:avLst/>
            <a:gdLst/>
            <a:ahLst/>
            <a:cxnLst/>
            <a:rect l="l" t="t" r="r" b="b"/>
            <a:pathLst>
              <a:path w="357275" h="285820">
                <a:moveTo>
                  <a:pt x="178637" y="8932"/>
                </a:moveTo>
                <a:cubicBezTo>
                  <a:pt x="210680" y="8932"/>
                  <a:pt x="236695" y="34946"/>
                  <a:pt x="236695" y="66989"/>
                </a:cubicBezTo>
                <a:cubicBezTo>
                  <a:pt x="236695" y="99032"/>
                  <a:pt x="210680" y="125046"/>
                  <a:pt x="178637" y="125046"/>
                </a:cubicBezTo>
                <a:cubicBezTo>
                  <a:pt x="146595" y="125046"/>
                  <a:pt x="120580" y="99032"/>
                  <a:pt x="120580" y="66989"/>
                </a:cubicBezTo>
                <a:cubicBezTo>
                  <a:pt x="120580" y="34946"/>
                  <a:pt x="146595" y="8932"/>
                  <a:pt x="178637" y="8932"/>
                </a:cubicBezTo>
                <a:close/>
                <a:moveTo>
                  <a:pt x="53591" y="49125"/>
                </a:moveTo>
                <a:cubicBezTo>
                  <a:pt x="75775" y="49125"/>
                  <a:pt x="93785" y="67135"/>
                  <a:pt x="93785" y="89319"/>
                </a:cubicBezTo>
                <a:cubicBezTo>
                  <a:pt x="93785" y="111502"/>
                  <a:pt x="75775" y="129512"/>
                  <a:pt x="53591" y="129512"/>
                </a:cubicBezTo>
                <a:cubicBezTo>
                  <a:pt x="31408" y="129512"/>
                  <a:pt x="13398" y="111502"/>
                  <a:pt x="13398" y="89319"/>
                </a:cubicBezTo>
                <a:cubicBezTo>
                  <a:pt x="13398" y="67135"/>
                  <a:pt x="31408" y="49125"/>
                  <a:pt x="53591" y="49125"/>
                </a:cubicBezTo>
                <a:close/>
                <a:moveTo>
                  <a:pt x="0" y="232229"/>
                </a:moveTo>
                <a:cubicBezTo>
                  <a:pt x="0" y="192761"/>
                  <a:pt x="31987" y="160774"/>
                  <a:pt x="71455" y="160774"/>
                </a:cubicBezTo>
                <a:cubicBezTo>
                  <a:pt x="78600" y="160774"/>
                  <a:pt x="85523" y="161834"/>
                  <a:pt x="92054" y="163788"/>
                </a:cubicBezTo>
                <a:cubicBezTo>
                  <a:pt x="73688" y="184331"/>
                  <a:pt x="62523" y="211462"/>
                  <a:pt x="62523" y="241160"/>
                </a:cubicBezTo>
                <a:lnTo>
                  <a:pt x="62523" y="250092"/>
                </a:lnTo>
                <a:cubicBezTo>
                  <a:pt x="62523" y="256456"/>
                  <a:pt x="63863" y="262485"/>
                  <a:pt x="66263" y="267956"/>
                </a:cubicBezTo>
                <a:lnTo>
                  <a:pt x="17864" y="267956"/>
                </a:lnTo>
                <a:cubicBezTo>
                  <a:pt x="7983" y="267956"/>
                  <a:pt x="0" y="259973"/>
                  <a:pt x="0" y="250092"/>
                </a:cubicBezTo>
                <a:lnTo>
                  <a:pt x="0" y="232229"/>
                </a:lnTo>
                <a:close/>
                <a:moveTo>
                  <a:pt x="291011" y="267956"/>
                </a:moveTo>
                <a:cubicBezTo>
                  <a:pt x="293412" y="262485"/>
                  <a:pt x="294752" y="256456"/>
                  <a:pt x="294752" y="250092"/>
                </a:cubicBezTo>
                <a:lnTo>
                  <a:pt x="294752" y="241160"/>
                </a:lnTo>
                <a:cubicBezTo>
                  <a:pt x="294752" y="211462"/>
                  <a:pt x="283587" y="184331"/>
                  <a:pt x="265221" y="163788"/>
                </a:cubicBezTo>
                <a:cubicBezTo>
                  <a:pt x="271752" y="161834"/>
                  <a:pt x="278674" y="160774"/>
                  <a:pt x="285820" y="160774"/>
                </a:cubicBezTo>
                <a:cubicBezTo>
                  <a:pt x="325287" y="160774"/>
                  <a:pt x="357275" y="192761"/>
                  <a:pt x="357275" y="232229"/>
                </a:cubicBezTo>
                <a:lnTo>
                  <a:pt x="357275" y="250092"/>
                </a:lnTo>
                <a:cubicBezTo>
                  <a:pt x="357275" y="259973"/>
                  <a:pt x="349292" y="267956"/>
                  <a:pt x="339411" y="267956"/>
                </a:cubicBezTo>
                <a:lnTo>
                  <a:pt x="291011" y="267956"/>
                </a:lnTo>
                <a:close/>
                <a:moveTo>
                  <a:pt x="263490" y="89319"/>
                </a:moveTo>
                <a:cubicBezTo>
                  <a:pt x="263490" y="67135"/>
                  <a:pt x="281500" y="49125"/>
                  <a:pt x="303684" y="49125"/>
                </a:cubicBezTo>
                <a:cubicBezTo>
                  <a:pt x="325867" y="49125"/>
                  <a:pt x="343877" y="67135"/>
                  <a:pt x="343877" y="89319"/>
                </a:cubicBezTo>
                <a:cubicBezTo>
                  <a:pt x="343877" y="111502"/>
                  <a:pt x="325867" y="129512"/>
                  <a:pt x="303684" y="129512"/>
                </a:cubicBezTo>
                <a:cubicBezTo>
                  <a:pt x="281500" y="129512"/>
                  <a:pt x="263490" y="111502"/>
                  <a:pt x="263490" y="89319"/>
                </a:cubicBezTo>
                <a:close/>
                <a:moveTo>
                  <a:pt x="89319" y="241160"/>
                </a:moveTo>
                <a:cubicBezTo>
                  <a:pt x="89319" y="191812"/>
                  <a:pt x="129289" y="151842"/>
                  <a:pt x="178637" y="151842"/>
                </a:cubicBezTo>
                <a:cubicBezTo>
                  <a:pt x="227986" y="151842"/>
                  <a:pt x="267956" y="191812"/>
                  <a:pt x="267956" y="241160"/>
                </a:cubicBezTo>
                <a:lnTo>
                  <a:pt x="267956" y="250092"/>
                </a:lnTo>
                <a:cubicBezTo>
                  <a:pt x="267956" y="259973"/>
                  <a:pt x="259973" y="267956"/>
                  <a:pt x="250092" y="267956"/>
                </a:cubicBezTo>
                <a:lnTo>
                  <a:pt x="107182" y="267956"/>
                </a:lnTo>
                <a:cubicBezTo>
                  <a:pt x="97302" y="267956"/>
                  <a:pt x="89319" y="259973"/>
                  <a:pt x="89319" y="250092"/>
                </a:cubicBezTo>
                <a:lnTo>
                  <a:pt x="89319" y="241160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1181303" y="3072563"/>
            <a:ext cx="4406388" cy="333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7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检查 Executor 状态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181303" y="3548929"/>
            <a:ext cx="4382570" cy="619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失败执行器 Pod 的状态和日志可以用类似的方式检查：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181303" y="4311115"/>
            <a:ext cx="4287297" cy="857459"/>
          </a:xfrm>
          <a:custGeom>
            <a:avLst/>
            <a:gdLst/>
            <a:ahLst/>
            <a:cxnLst/>
            <a:rect l="l" t="t" r="r" b="b"/>
            <a:pathLst>
              <a:path w="4287297" h="857459">
                <a:moveTo>
                  <a:pt x="95272" y="0"/>
                </a:moveTo>
                <a:lnTo>
                  <a:pt x="4192024" y="0"/>
                </a:lnTo>
                <a:cubicBezTo>
                  <a:pt x="4244642" y="0"/>
                  <a:pt x="4287297" y="42655"/>
                  <a:pt x="4287297" y="95272"/>
                </a:cubicBezTo>
                <a:lnTo>
                  <a:pt x="4287297" y="762187"/>
                </a:lnTo>
                <a:cubicBezTo>
                  <a:pt x="4287297" y="814804"/>
                  <a:pt x="4244642" y="857459"/>
                  <a:pt x="4192024" y="857459"/>
                </a:cubicBezTo>
                <a:lnTo>
                  <a:pt x="95272" y="857459"/>
                </a:lnTo>
                <a:cubicBezTo>
                  <a:pt x="42655" y="857459"/>
                  <a:pt x="0" y="814804"/>
                  <a:pt x="0" y="762187"/>
                </a:cubicBezTo>
                <a:lnTo>
                  <a:pt x="0" y="95272"/>
                </a:lnTo>
                <a:cubicBezTo>
                  <a:pt x="0" y="42655"/>
                  <a:pt x="42655" y="0"/>
                  <a:pt x="95272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1324213" y="4513571"/>
            <a:ext cx="3596659" cy="482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3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kubectl describe pod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313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kubectl logs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6366" y="5764032"/>
            <a:ext cx="7514678" cy="2524741"/>
          </a:xfrm>
          <a:custGeom>
            <a:avLst/>
            <a:gdLst/>
            <a:ahLst/>
            <a:cxnLst/>
            <a:rect l="l" t="t" r="r" b="b"/>
            <a:pathLst>
              <a:path w="7514678" h="2524741">
                <a:moveTo>
                  <a:pt x="95284" y="0"/>
                </a:moveTo>
                <a:lnTo>
                  <a:pt x="7419395" y="0"/>
                </a:lnTo>
                <a:cubicBezTo>
                  <a:pt x="7472018" y="0"/>
                  <a:pt x="7514678" y="42660"/>
                  <a:pt x="7514678" y="95284"/>
                </a:cubicBezTo>
                <a:lnTo>
                  <a:pt x="7514678" y="2429458"/>
                </a:lnTo>
                <a:cubicBezTo>
                  <a:pt x="7514678" y="2482081"/>
                  <a:pt x="7472018" y="2524741"/>
                  <a:pt x="7419395" y="2524741"/>
                </a:cubicBezTo>
                <a:lnTo>
                  <a:pt x="95284" y="2524741"/>
                </a:lnTo>
                <a:cubicBezTo>
                  <a:pt x="42660" y="2524741"/>
                  <a:pt x="0" y="2482081"/>
                  <a:pt x="0" y="2429458"/>
                </a:cubicBezTo>
                <a:lnTo>
                  <a:pt x="0" y="95284"/>
                </a:lnTo>
                <a:cubicBezTo>
                  <a:pt x="0" y="42660"/>
                  <a:pt x="42660" y="0"/>
                  <a:pt x="95284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06845" y="6097489"/>
            <a:ext cx="208410" cy="238183"/>
          </a:xfrm>
          <a:custGeom>
            <a:avLst/>
            <a:gdLst/>
            <a:ahLst/>
            <a:cxnLst/>
            <a:rect l="l" t="t" r="r" b="b"/>
            <a:pathLst>
              <a:path w="208410" h="238183">
                <a:moveTo>
                  <a:pt x="63593" y="2745"/>
                </a:moveTo>
                <a:cubicBezTo>
                  <a:pt x="65640" y="-3349"/>
                  <a:pt x="71315" y="-7443"/>
                  <a:pt x="77735" y="-7443"/>
                </a:cubicBezTo>
                <a:lnTo>
                  <a:pt x="130722" y="-7443"/>
                </a:lnTo>
                <a:cubicBezTo>
                  <a:pt x="137141" y="-7443"/>
                  <a:pt x="142817" y="-3349"/>
                  <a:pt x="144864" y="2745"/>
                </a:cubicBezTo>
                <a:lnTo>
                  <a:pt x="148864" y="14886"/>
                </a:lnTo>
                <a:lnTo>
                  <a:pt x="193524" y="14886"/>
                </a:lnTo>
                <a:cubicBezTo>
                  <a:pt x="201758" y="14886"/>
                  <a:pt x="208410" y="21539"/>
                  <a:pt x="208410" y="29773"/>
                </a:cubicBezTo>
                <a:cubicBezTo>
                  <a:pt x="208410" y="38007"/>
                  <a:pt x="201758" y="44659"/>
                  <a:pt x="193524" y="44659"/>
                </a:cubicBezTo>
                <a:lnTo>
                  <a:pt x="14886" y="44659"/>
                </a:lnTo>
                <a:cubicBezTo>
                  <a:pt x="6652" y="44659"/>
                  <a:pt x="0" y="38007"/>
                  <a:pt x="0" y="29773"/>
                </a:cubicBezTo>
                <a:cubicBezTo>
                  <a:pt x="0" y="21539"/>
                  <a:pt x="6652" y="14886"/>
                  <a:pt x="14886" y="14886"/>
                </a:cubicBezTo>
                <a:lnTo>
                  <a:pt x="59546" y="14886"/>
                </a:lnTo>
                <a:lnTo>
                  <a:pt x="63593" y="2745"/>
                </a:lnTo>
                <a:close/>
                <a:moveTo>
                  <a:pt x="14886" y="66989"/>
                </a:moveTo>
                <a:lnTo>
                  <a:pt x="193524" y="66989"/>
                </a:lnTo>
                <a:lnTo>
                  <a:pt x="193524" y="208410"/>
                </a:lnTo>
                <a:cubicBezTo>
                  <a:pt x="193524" y="224832"/>
                  <a:pt x="180173" y="238183"/>
                  <a:pt x="163751" y="238183"/>
                </a:cubicBezTo>
                <a:lnTo>
                  <a:pt x="44659" y="238183"/>
                </a:lnTo>
                <a:cubicBezTo>
                  <a:pt x="28238" y="238183"/>
                  <a:pt x="14886" y="224832"/>
                  <a:pt x="14886" y="208410"/>
                </a:cubicBezTo>
                <a:lnTo>
                  <a:pt x="14886" y="66989"/>
                </a:lnTo>
                <a:close/>
                <a:moveTo>
                  <a:pt x="55824" y="96762"/>
                </a:moveTo>
                <a:cubicBezTo>
                  <a:pt x="49637" y="96762"/>
                  <a:pt x="44659" y="101740"/>
                  <a:pt x="44659" y="107927"/>
                </a:cubicBezTo>
                <a:lnTo>
                  <a:pt x="44659" y="197245"/>
                </a:lnTo>
                <a:cubicBezTo>
                  <a:pt x="44659" y="203433"/>
                  <a:pt x="49637" y="208410"/>
                  <a:pt x="55824" y="208410"/>
                </a:cubicBezTo>
                <a:cubicBezTo>
                  <a:pt x="62011" y="208410"/>
                  <a:pt x="66989" y="203433"/>
                  <a:pt x="66989" y="197245"/>
                </a:cubicBezTo>
                <a:lnTo>
                  <a:pt x="66989" y="107927"/>
                </a:lnTo>
                <a:cubicBezTo>
                  <a:pt x="66989" y="101740"/>
                  <a:pt x="62011" y="96762"/>
                  <a:pt x="55824" y="96762"/>
                </a:cubicBezTo>
                <a:close/>
                <a:moveTo>
                  <a:pt x="104205" y="96762"/>
                </a:moveTo>
                <a:cubicBezTo>
                  <a:pt x="98018" y="96762"/>
                  <a:pt x="93040" y="101740"/>
                  <a:pt x="93040" y="107927"/>
                </a:cubicBezTo>
                <a:lnTo>
                  <a:pt x="93040" y="197245"/>
                </a:lnTo>
                <a:cubicBezTo>
                  <a:pt x="93040" y="203433"/>
                  <a:pt x="98018" y="208410"/>
                  <a:pt x="104205" y="208410"/>
                </a:cubicBezTo>
                <a:cubicBezTo>
                  <a:pt x="110392" y="208410"/>
                  <a:pt x="115370" y="203433"/>
                  <a:pt x="115370" y="197245"/>
                </a:cubicBezTo>
                <a:lnTo>
                  <a:pt x="115370" y="107927"/>
                </a:lnTo>
                <a:cubicBezTo>
                  <a:pt x="115370" y="101740"/>
                  <a:pt x="110392" y="96762"/>
                  <a:pt x="104205" y="96762"/>
                </a:cubicBezTo>
                <a:close/>
                <a:moveTo>
                  <a:pt x="152586" y="96762"/>
                </a:moveTo>
                <a:cubicBezTo>
                  <a:pt x="146399" y="96762"/>
                  <a:pt x="141421" y="101740"/>
                  <a:pt x="141421" y="107927"/>
                </a:cubicBezTo>
                <a:lnTo>
                  <a:pt x="141421" y="197245"/>
                </a:lnTo>
                <a:cubicBezTo>
                  <a:pt x="141421" y="203433"/>
                  <a:pt x="146399" y="208410"/>
                  <a:pt x="152586" y="208410"/>
                </a:cubicBezTo>
                <a:cubicBezTo>
                  <a:pt x="158773" y="208410"/>
                  <a:pt x="163751" y="203433"/>
                  <a:pt x="163751" y="197245"/>
                </a:cubicBezTo>
                <a:lnTo>
                  <a:pt x="163751" y="107927"/>
                </a:lnTo>
                <a:cubicBezTo>
                  <a:pt x="163751" y="101740"/>
                  <a:pt x="158773" y="96762"/>
                  <a:pt x="152586" y="96762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059915" y="6049852"/>
            <a:ext cx="6764401" cy="333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7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清理应用程序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186" y="6573855"/>
            <a:ext cx="7038312" cy="619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删除驱动程序 Pod 将清理整个 Spark 应用程序，包括所有执行器、相关服务等。驱动程序 Pod 可以被视为 Spark 应用程序的 Kubernetes 表示形式。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186" y="7336041"/>
            <a:ext cx="6943039" cy="583549"/>
          </a:xfrm>
          <a:custGeom>
            <a:avLst/>
            <a:gdLst/>
            <a:ahLst/>
            <a:cxnLst/>
            <a:rect l="l" t="t" r="r" b="b"/>
            <a:pathLst>
              <a:path w="6943039" h="583549">
                <a:moveTo>
                  <a:pt x="95276" y="0"/>
                </a:moveTo>
                <a:lnTo>
                  <a:pt x="6847763" y="0"/>
                </a:lnTo>
                <a:cubicBezTo>
                  <a:pt x="6900382" y="0"/>
                  <a:pt x="6943039" y="42657"/>
                  <a:pt x="6943039" y="95276"/>
                </a:cubicBezTo>
                <a:lnTo>
                  <a:pt x="6943039" y="488273"/>
                </a:lnTo>
                <a:cubicBezTo>
                  <a:pt x="6943039" y="540892"/>
                  <a:pt x="6900382" y="583549"/>
                  <a:pt x="6847763" y="583549"/>
                </a:cubicBezTo>
                <a:lnTo>
                  <a:pt x="95276" y="583549"/>
                </a:lnTo>
                <a:cubicBezTo>
                  <a:pt x="42657" y="583549"/>
                  <a:pt x="0" y="540892"/>
                  <a:pt x="0" y="488273"/>
                </a:cubicBezTo>
                <a:lnTo>
                  <a:pt x="0" y="95276"/>
                </a:lnTo>
                <a:cubicBezTo>
                  <a:pt x="0" y="42692"/>
                  <a:pt x="42692" y="0"/>
                  <a:pt x="95276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905096" y="7514678"/>
            <a:ext cx="4339864" cy="226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kubectl delete pod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72864" y="5764032"/>
            <a:ext cx="7514678" cy="2524741"/>
          </a:xfrm>
          <a:custGeom>
            <a:avLst/>
            <a:gdLst/>
            <a:ahLst/>
            <a:cxnLst/>
            <a:rect l="l" t="t" r="r" b="b"/>
            <a:pathLst>
              <a:path w="7514678" h="2524741">
                <a:moveTo>
                  <a:pt x="95284" y="0"/>
                </a:moveTo>
                <a:lnTo>
                  <a:pt x="7419395" y="0"/>
                </a:lnTo>
                <a:cubicBezTo>
                  <a:pt x="7472018" y="0"/>
                  <a:pt x="7514678" y="42660"/>
                  <a:pt x="7514678" y="95284"/>
                </a:cubicBezTo>
                <a:lnTo>
                  <a:pt x="7514678" y="2429458"/>
                </a:lnTo>
                <a:cubicBezTo>
                  <a:pt x="7514678" y="2482081"/>
                  <a:pt x="7472018" y="2524741"/>
                  <a:pt x="7419395" y="2524741"/>
                </a:cubicBezTo>
                <a:lnTo>
                  <a:pt x="95284" y="2524741"/>
                </a:lnTo>
                <a:cubicBezTo>
                  <a:pt x="42660" y="2524741"/>
                  <a:pt x="0" y="2482081"/>
                  <a:pt x="0" y="2429458"/>
                </a:cubicBezTo>
                <a:lnTo>
                  <a:pt x="0" y="95284"/>
                </a:lnTo>
                <a:cubicBezTo>
                  <a:pt x="0" y="42660"/>
                  <a:pt x="42660" y="0"/>
                  <a:pt x="95284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573570" y="6097489"/>
            <a:ext cx="267956" cy="238183"/>
          </a:xfrm>
          <a:custGeom>
            <a:avLst/>
            <a:gdLst/>
            <a:ahLst/>
            <a:cxnLst/>
            <a:rect l="l" t="t" r="r" b="b"/>
            <a:pathLst>
              <a:path w="267956" h="238183">
                <a:moveTo>
                  <a:pt x="14886" y="22330"/>
                </a:moveTo>
                <a:cubicBezTo>
                  <a:pt x="14886" y="10002"/>
                  <a:pt x="24888" y="0"/>
                  <a:pt x="37216" y="0"/>
                </a:cubicBezTo>
                <a:lnTo>
                  <a:pt x="59546" y="0"/>
                </a:lnTo>
                <a:cubicBezTo>
                  <a:pt x="67780" y="0"/>
                  <a:pt x="74432" y="6652"/>
                  <a:pt x="74432" y="14886"/>
                </a:cubicBezTo>
                <a:cubicBezTo>
                  <a:pt x="74432" y="23121"/>
                  <a:pt x="67780" y="29773"/>
                  <a:pt x="59546" y="29773"/>
                </a:cubicBezTo>
                <a:lnTo>
                  <a:pt x="44659" y="29773"/>
                </a:lnTo>
                <a:lnTo>
                  <a:pt x="44659" y="89319"/>
                </a:lnTo>
                <a:cubicBezTo>
                  <a:pt x="44659" y="113974"/>
                  <a:pt x="64663" y="133978"/>
                  <a:pt x="89319" y="133978"/>
                </a:cubicBezTo>
                <a:cubicBezTo>
                  <a:pt x="113974" y="133978"/>
                  <a:pt x="133978" y="113974"/>
                  <a:pt x="133978" y="89319"/>
                </a:cubicBezTo>
                <a:lnTo>
                  <a:pt x="133978" y="29773"/>
                </a:lnTo>
                <a:lnTo>
                  <a:pt x="119092" y="29773"/>
                </a:lnTo>
                <a:cubicBezTo>
                  <a:pt x="110858" y="29773"/>
                  <a:pt x="104205" y="23121"/>
                  <a:pt x="104205" y="14886"/>
                </a:cubicBezTo>
                <a:cubicBezTo>
                  <a:pt x="104205" y="6652"/>
                  <a:pt x="110858" y="0"/>
                  <a:pt x="119092" y="0"/>
                </a:cubicBezTo>
                <a:lnTo>
                  <a:pt x="141421" y="0"/>
                </a:lnTo>
                <a:cubicBezTo>
                  <a:pt x="153749" y="0"/>
                  <a:pt x="163751" y="10002"/>
                  <a:pt x="163751" y="22330"/>
                </a:cubicBezTo>
                <a:lnTo>
                  <a:pt x="163751" y="89319"/>
                </a:lnTo>
                <a:cubicBezTo>
                  <a:pt x="163751" y="125325"/>
                  <a:pt x="138165" y="155377"/>
                  <a:pt x="104205" y="162262"/>
                </a:cubicBezTo>
                <a:lnTo>
                  <a:pt x="104205" y="171194"/>
                </a:lnTo>
                <a:cubicBezTo>
                  <a:pt x="104205" y="199990"/>
                  <a:pt x="127512" y="223297"/>
                  <a:pt x="156308" y="223297"/>
                </a:cubicBezTo>
                <a:cubicBezTo>
                  <a:pt x="185104" y="223297"/>
                  <a:pt x="208410" y="199990"/>
                  <a:pt x="208410" y="171194"/>
                </a:cubicBezTo>
                <a:lnTo>
                  <a:pt x="208410" y="131419"/>
                </a:lnTo>
                <a:cubicBezTo>
                  <a:pt x="191058" y="125279"/>
                  <a:pt x="178637" y="108764"/>
                  <a:pt x="178637" y="89319"/>
                </a:cubicBezTo>
                <a:cubicBezTo>
                  <a:pt x="178637" y="64663"/>
                  <a:pt x="198641" y="44659"/>
                  <a:pt x="223297" y="44659"/>
                </a:cubicBezTo>
                <a:cubicBezTo>
                  <a:pt x="247952" y="44659"/>
                  <a:pt x="267956" y="64663"/>
                  <a:pt x="267956" y="89319"/>
                </a:cubicBezTo>
                <a:cubicBezTo>
                  <a:pt x="267956" y="108764"/>
                  <a:pt x="255535" y="125325"/>
                  <a:pt x="238183" y="131419"/>
                </a:cubicBezTo>
                <a:lnTo>
                  <a:pt x="238183" y="171194"/>
                </a:lnTo>
                <a:cubicBezTo>
                  <a:pt x="238183" y="216412"/>
                  <a:pt x="201525" y="253070"/>
                  <a:pt x="156308" y="253070"/>
                </a:cubicBezTo>
                <a:cubicBezTo>
                  <a:pt x="111090" y="253070"/>
                  <a:pt x="74432" y="216412"/>
                  <a:pt x="74432" y="171194"/>
                </a:cubicBezTo>
                <a:lnTo>
                  <a:pt x="74432" y="162262"/>
                </a:lnTo>
                <a:cubicBezTo>
                  <a:pt x="40473" y="155377"/>
                  <a:pt x="14886" y="125325"/>
                  <a:pt x="14886" y="89319"/>
                </a:cubicBezTo>
                <a:lnTo>
                  <a:pt x="14886" y="22330"/>
                </a:lnTo>
                <a:close/>
                <a:moveTo>
                  <a:pt x="223297" y="104205"/>
                </a:moveTo>
                <a:cubicBezTo>
                  <a:pt x="231513" y="104205"/>
                  <a:pt x="238183" y="97535"/>
                  <a:pt x="238183" y="89319"/>
                </a:cubicBezTo>
                <a:cubicBezTo>
                  <a:pt x="238183" y="81103"/>
                  <a:pt x="231513" y="74432"/>
                  <a:pt x="223297" y="74432"/>
                </a:cubicBezTo>
                <a:cubicBezTo>
                  <a:pt x="215081" y="74432"/>
                  <a:pt x="208410" y="81103"/>
                  <a:pt x="208410" y="89319"/>
                </a:cubicBezTo>
                <a:cubicBezTo>
                  <a:pt x="208410" y="97535"/>
                  <a:pt x="215081" y="104205"/>
                  <a:pt x="223297" y="104205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856412" y="6049852"/>
            <a:ext cx="6764401" cy="333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75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常见问题排查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558684" y="6669128"/>
            <a:ext cx="95273" cy="95273"/>
          </a:xfrm>
          <a:custGeom>
            <a:avLst/>
            <a:gdLst/>
            <a:ahLst/>
            <a:cxnLst/>
            <a:rect l="l" t="t" r="r" b="b"/>
            <a:pathLst>
              <a:path w="95273" h="95273">
                <a:moveTo>
                  <a:pt x="47637" y="0"/>
                </a:moveTo>
                <a:lnTo>
                  <a:pt x="47637" y="0"/>
                </a:lnTo>
                <a:cubicBezTo>
                  <a:pt x="73928" y="0"/>
                  <a:pt x="95273" y="21345"/>
                  <a:pt x="95273" y="47637"/>
                </a:cubicBezTo>
                <a:lnTo>
                  <a:pt x="95273" y="47637"/>
                </a:lnTo>
                <a:cubicBezTo>
                  <a:pt x="95273" y="73928"/>
                  <a:pt x="73928" y="95273"/>
                  <a:pt x="47637" y="95273"/>
                </a:cubicBezTo>
                <a:lnTo>
                  <a:pt x="47637" y="95273"/>
                </a:lnTo>
                <a:cubicBezTo>
                  <a:pt x="21345" y="95273"/>
                  <a:pt x="0" y="73928"/>
                  <a:pt x="0" y="47637"/>
                </a:cubicBezTo>
                <a:lnTo>
                  <a:pt x="0" y="47637"/>
                </a:lnTo>
                <a:cubicBezTo>
                  <a:pt x="0" y="21345"/>
                  <a:pt x="21345" y="0"/>
                  <a:pt x="47637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749230" y="6573855"/>
            <a:ext cx="3525111" cy="28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资源不足：</a:t>
            </a:r>
            <a:r>
              <a:rPr lang="en-US" sz="15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检查集群资源配额和节点容量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558684" y="7050221"/>
            <a:ext cx="95273" cy="95273"/>
          </a:xfrm>
          <a:custGeom>
            <a:avLst/>
            <a:gdLst/>
            <a:ahLst/>
            <a:cxnLst/>
            <a:rect l="l" t="t" r="r" b="b"/>
            <a:pathLst>
              <a:path w="95273" h="95273">
                <a:moveTo>
                  <a:pt x="47637" y="0"/>
                </a:moveTo>
                <a:lnTo>
                  <a:pt x="47637" y="0"/>
                </a:lnTo>
                <a:cubicBezTo>
                  <a:pt x="73928" y="0"/>
                  <a:pt x="95273" y="21345"/>
                  <a:pt x="95273" y="47637"/>
                </a:cubicBezTo>
                <a:lnTo>
                  <a:pt x="95273" y="47637"/>
                </a:lnTo>
                <a:cubicBezTo>
                  <a:pt x="95273" y="73928"/>
                  <a:pt x="73928" y="95273"/>
                  <a:pt x="47637" y="95273"/>
                </a:cubicBezTo>
                <a:lnTo>
                  <a:pt x="47637" y="95273"/>
                </a:lnTo>
                <a:cubicBezTo>
                  <a:pt x="21345" y="95273"/>
                  <a:pt x="0" y="73928"/>
                  <a:pt x="0" y="47637"/>
                </a:cubicBezTo>
                <a:lnTo>
                  <a:pt x="0" y="47637"/>
                </a:lnTo>
                <a:cubicBezTo>
                  <a:pt x="0" y="21345"/>
                  <a:pt x="21345" y="0"/>
                  <a:pt x="47637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749230" y="6954948"/>
            <a:ext cx="3906204" cy="28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镜像拉取失败：</a:t>
            </a:r>
            <a:r>
              <a:rPr lang="en-US" sz="15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验证镜像名称和仓库访问权限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558684" y="7431314"/>
            <a:ext cx="95273" cy="95273"/>
          </a:xfrm>
          <a:custGeom>
            <a:avLst/>
            <a:gdLst/>
            <a:ahLst/>
            <a:cxnLst/>
            <a:rect l="l" t="t" r="r" b="b"/>
            <a:pathLst>
              <a:path w="95273" h="95273">
                <a:moveTo>
                  <a:pt x="47637" y="0"/>
                </a:moveTo>
                <a:lnTo>
                  <a:pt x="47637" y="0"/>
                </a:lnTo>
                <a:cubicBezTo>
                  <a:pt x="73928" y="0"/>
                  <a:pt x="95273" y="21345"/>
                  <a:pt x="95273" y="47637"/>
                </a:cubicBezTo>
                <a:lnTo>
                  <a:pt x="95273" y="47637"/>
                </a:lnTo>
                <a:cubicBezTo>
                  <a:pt x="95273" y="73928"/>
                  <a:pt x="73928" y="95273"/>
                  <a:pt x="47637" y="95273"/>
                </a:cubicBezTo>
                <a:lnTo>
                  <a:pt x="47637" y="95273"/>
                </a:lnTo>
                <a:cubicBezTo>
                  <a:pt x="21345" y="95273"/>
                  <a:pt x="0" y="73928"/>
                  <a:pt x="0" y="47637"/>
                </a:cubicBezTo>
                <a:lnTo>
                  <a:pt x="0" y="47637"/>
                </a:lnTo>
                <a:cubicBezTo>
                  <a:pt x="0" y="21345"/>
                  <a:pt x="21345" y="0"/>
                  <a:pt x="47637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8749230" y="7336041"/>
            <a:ext cx="3382201" cy="28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权限问题：</a:t>
            </a:r>
            <a:r>
              <a:rPr lang="en-US" sz="15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检查服务账号的 RBAC 配置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558684" y="7812407"/>
            <a:ext cx="95273" cy="95273"/>
          </a:xfrm>
          <a:custGeom>
            <a:avLst/>
            <a:gdLst/>
            <a:ahLst/>
            <a:cxnLst/>
            <a:rect l="l" t="t" r="r" b="b"/>
            <a:pathLst>
              <a:path w="95273" h="95273">
                <a:moveTo>
                  <a:pt x="47637" y="0"/>
                </a:moveTo>
                <a:lnTo>
                  <a:pt x="47637" y="0"/>
                </a:lnTo>
                <a:cubicBezTo>
                  <a:pt x="73928" y="0"/>
                  <a:pt x="95273" y="21345"/>
                  <a:pt x="95273" y="47637"/>
                </a:cubicBezTo>
                <a:lnTo>
                  <a:pt x="95273" y="47637"/>
                </a:lnTo>
                <a:cubicBezTo>
                  <a:pt x="95273" y="73928"/>
                  <a:pt x="73928" y="95273"/>
                  <a:pt x="47637" y="95273"/>
                </a:cubicBezTo>
                <a:lnTo>
                  <a:pt x="47637" y="95273"/>
                </a:lnTo>
                <a:cubicBezTo>
                  <a:pt x="21345" y="95273"/>
                  <a:pt x="0" y="73928"/>
                  <a:pt x="0" y="47637"/>
                </a:cubicBezTo>
                <a:lnTo>
                  <a:pt x="0" y="47637"/>
                </a:lnTo>
                <a:cubicBezTo>
                  <a:pt x="0" y="21345"/>
                  <a:pt x="21345" y="0"/>
                  <a:pt x="47637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749230" y="7717134"/>
            <a:ext cx="3453656" cy="28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网络问题：</a:t>
            </a:r>
            <a:r>
              <a:rPr lang="en-US" sz="15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验证 DNS 解析和网络连通性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prod.website-files.com/ecb6c7b3e675ec61606d882dd308e6d007b90b72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3073" b="3073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/>
              </a:gs>
              <a:gs pos="50000">
                <a:srgbClr val="1A202C">
                  <a:alpha val="90000"/>
                </a:srgbClr>
              </a:gs>
              <a:gs pos="100000">
                <a:srgbClr val="1A202C">
                  <a:alpha val="6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33400" y="2928938"/>
            <a:ext cx="2070100" cy="558800"/>
          </a:xfrm>
          <a:custGeom>
            <a:avLst/>
            <a:gdLst/>
            <a:ahLst/>
            <a:cxnLst/>
            <a:rect l="l" t="t" r="r" b="b"/>
            <a:pathLst>
              <a:path w="2070100" h="558800">
                <a:moveTo>
                  <a:pt x="0" y="0"/>
                </a:moveTo>
                <a:lnTo>
                  <a:pt x="2070100" y="0"/>
                </a:lnTo>
                <a:lnTo>
                  <a:pt x="20701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533400" y="2928938"/>
            <a:ext cx="50800" cy="558800"/>
          </a:xfrm>
          <a:custGeom>
            <a:avLst/>
            <a:gdLst/>
            <a:ahLst/>
            <a:cxnLst/>
            <a:rect l="l" t="t" r="r" b="b"/>
            <a:pathLst>
              <a:path w="50800" h="558800">
                <a:moveTo>
                  <a:pt x="0" y="0"/>
                </a:moveTo>
                <a:lnTo>
                  <a:pt x="50800" y="0"/>
                </a:lnTo>
                <a:lnTo>
                  <a:pt x="50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62000" y="3030538"/>
            <a:ext cx="1765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kern="0" spc="10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792538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Spark Operator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240338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508000" y="5595938"/>
            <a:ext cx="154305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Kubernetes 原生的 Spark 应用管理方式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OPERATOR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Spark Operator 概述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20700" y="2044700"/>
            <a:ext cx="7442200" cy="6223000"/>
          </a:xfrm>
          <a:custGeom>
            <a:avLst/>
            <a:gdLst/>
            <a:ahLst/>
            <a:cxnLst/>
            <a:rect l="l" t="t" r="r" b="b"/>
            <a:pathLst>
              <a:path w="7442200" h="6223000">
                <a:moveTo>
                  <a:pt x="101622" y="0"/>
                </a:moveTo>
                <a:lnTo>
                  <a:pt x="7340578" y="0"/>
                </a:lnTo>
                <a:cubicBezTo>
                  <a:pt x="7396702" y="0"/>
                  <a:pt x="7442200" y="45498"/>
                  <a:pt x="7442200" y="101622"/>
                </a:cubicBezTo>
                <a:lnTo>
                  <a:pt x="7442200" y="6121378"/>
                </a:lnTo>
                <a:cubicBezTo>
                  <a:pt x="7442200" y="6177502"/>
                  <a:pt x="7396702" y="6223000"/>
                  <a:pt x="7340578" y="6223000"/>
                </a:cubicBezTo>
                <a:lnTo>
                  <a:pt x="101622" y="6223000"/>
                </a:lnTo>
                <a:cubicBezTo>
                  <a:pt x="45498" y="6223000"/>
                  <a:pt x="0" y="6177502"/>
                  <a:pt x="0" y="6121378"/>
                </a:cubicBezTo>
                <a:lnTo>
                  <a:pt x="0" y="101622"/>
                </a:lnTo>
                <a:cubicBezTo>
                  <a:pt x="0" y="45498"/>
                  <a:pt x="45498" y="0"/>
                  <a:pt x="101622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38200" y="24130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47590" y="125313"/>
                </a:moveTo>
                <a:cubicBezTo>
                  <a:pt x="254853" y="123349"/>
                  <a:pt x="262473" y="126802"/>
                  <a:pt x="265747" y="133529"/>
                </a:cubicBezTo>
                <a:lnTo>
                  <a:pt x="276820" y="155912"/>
                </a:lnTo>
                <a:cubicBezTo>
                  <a:pt x="282952" y="156746"/>
                  <a:pt x="288965" y="158413"/>
                  <a:pt x="294620" y="160734"/>
                </a:cubicBezTo>
                <a:lnTo>
                  <a:pt x="315456" y="146864"/>
                </a:lnTo>
                <a:cubicBezTo>
                  <a:pt x="321707" y="142696"/>
                  <a:pt x="329982" y="143530"/>
                  <a:pt x="335280" y="148828"/>
                </a:cubicBezTo>
                <a:lnTo>
                  <a:pt x="346710" y="160258"/>
                </a:lnTo>
                <a:cubicBezTo>
                  <a:pt x="352008" y="165556"/>
                  <a:pt x="352842" y="173891"/>
                  <a:pt x="348675" y="180082"/>
                </a:cubicBezTo>
                <a:lnTo>
                  <a:pt x="334804" y="200858"/>
                </a:lnTo>
                <a:cubicBezTo>
                  <a:pt x="335935" y="203656"/>
                  <a:pt x="336947" y="206573"/>
                  <a:pt x="337780" y="209610"/>
                </a:cubicBezTo>
                <a:cubicBezTo>
                  <a:pt x="338614" y="212646"/>
                  <a:pt x="339150" y="215622"/>
                  <a:pt x="339566" y="218658"/>
                </a:cubicBezTo>
                <a:lnTo>
                  <a:pt x="362010" y="229731"/>
                </a:lnTo>
                <a:cubicBezTo>
                  <a:pt x="368737" y="233065"/>
                  <a:pt x="372189" y="240685"/>
                  <a:pt x="370225" y="247888"/>
                </a:cubicBezTo>
                <a:lnTo>
                  <a:pt x="366058" y="263485"/>
                </a:lnTo>
                <a:cubicBezTo>
                  <a:pt x="364093" y="270689"/>
                  <a:pt x="357366" y="275570"/>
                  <a:pt x="349865" y="275094"/>
                </a:cubicBezTo>
                <a:lnTo>
                  <a:pt x="324862" y="273487"/>
                </a:lnTo>
                <a:cubicBezTo>
                  <a:pt x="321112" y="278309"/>
                  <a:pt x="316766" y="282773"/>
                  <a:pt x="311825" y="286583"/>
                </a:cubicBezTo>
                <a:lnTo>
                  <a:pt x="313432" y="311527"/>
                </a:lnTo>
                <a:cubicBezTo>
                  <a:pt x="313908" y="319028"/>
                  <a:pt x="309027" y="325815"/>
                  <a:pt x="301823" y="327720"/>
                </a:cubicBezTo>
                <a:lnTo>
                  <a:pt x="286226" y="331887"/>
                </a:lnTo>
                <a:cubicBezTo>
                  <a:pt x="278963" y="333851"/>
                  <a:pt x="271403" y="330398"/>
                  <a:pt x="268069" y="323671"/>
                </a:cubicBezTo>
                <a:lnTo>
                  <a:pt x="256996" y="301288"/>
                </a:lnTo>
                <a:cubicBezTo>
                  <a:pt x="250865" y="300454"/>
                  <a:pt x="244852" y="298787"/>
                  <a:pt x="239197" y="296466"/>
                </a:cubicBezTo>
                <a:lnTo>
                  <a:pt x="218361" y="310336"/>
                </a:lnTo>
                <a:cubicBezTo>
                  <a:pt x="212110" y="314504"/>
                  <a:pt x="203835" y="313670"/>
                  <a:pt x="198537" y="308372"/>
                </a:cubicBezTo>
                <a:lnTo>
                  <a:pt x="187107" y="296942"/>
                </a:lnTo>
                <a:cubicBezTo>
                  <a:pt x="181808" y="291644"/>
                  <a:pt x="180975" y="283369"/>
                  <a:pt x="185142" y="277118"/>
                </a:cubicBezTo>
                <a:lnTo>
                  <a:pt x="199013" y="256282"/>
                </a:lnTo>
                <a:cubicBezTo>
                  <a:pt x="197882" y="253484"/>
                  <a:pt x="196870" y="250567"/>
                  <a:pt x="196036" y="247531"/>
                </a:cubicBezTo>
                <a:cubicBezTo>
                  <a:pt x="195203" y="244495"/>
                  <a:pt x="194667" y="241459"/>
                  <a:pt x="194250" y="238482"/>
                </a:cubicBezTo>
                <a:lnTo>
                  <a:pt x="171807" y="227409"/>
                </a:lnTo>
                <a:cubicBezTo>
                  <a:pt x="165080" y="224076"/>
                  <a:pt x="161687" y="216456"/>
                  <a:pt x="163592" y="209252"/>
                </a:cubicBezTo>
                <a:lnTo>
                  <a:pt x="167759" y="193655"/>
                </a:lnTo>
                <a:cubicBezTo>
                  <a:pt x="169724" y="186452"/>
                  <a:pt x="176451" y="181570"/>
                  <a:pt x="183952" y="182047"/>
                </a:cubicBezTo>
                <a:lnTo>
                  <a:pt x="208895" y="183654"/>
                </a:lnTo>
                <a:cubicBezTo>
                  <a:pt x="212646" y="178832"/>
                  <a:pt x="216991" y="174367"/>
                  <a:pt x="221932" y="170557"/>
                </a:cubicBezTo>
                <a:lnTo>
                  <a:pt x="220325" y="145673"/>
                </a:lnTo>
                <a:cubicBezTo>
                  <a:pt x="219849" y="138172"/>
                  <a:pt x="224730" y="131385"/>
                  <a:pt x="231934" y="129480"/>
                </a:cubicBezTo>
                <a:lnTo>
                  <a:pt x="247531" y="125313"/>
                </a:lnTo>
                <a:close/>
                <a:moveTo>
                  <a:pt x="266938" y="202406"/>
                </a:moveTo>
                <a:cubicBezTo>
                  <a:pt x="252481" y="202423"/>
                  <a:pt x="240758" y="214173"/>
                  <a:pt x="240774" y="228630"/>
                </a:cubicBezTo>
                <a:cubicBezTo>
                  <a:pt x="240791" y="243086"/>
                  <a:pt x="252541" y="254810"/>
                  <a:pt x="266998" y="254794"/>
                </a:cubicBezTo>
                <a:cubicBezTo>
                  <a:pt x="281454" y="254777"/>
                  <a:pt x="293178" y="243027"/>
                  <a:pt x="293162" y="228570"/>
                </a:cubicBezTo>
                <a:cubicBezTo>
                  <a:pt x="293145" y="214114"/>
                  <a:pt x="281395" y="202390"/>
                  <a:pt x="266938" y="202406"/>
                </a:cubicBezTo>
                <a:close/>
                <a:moveTo>
                  <a:pt x="133886" y="-27087"/>
                </a:moveTo>
                <a:lnTo>
                  <a:pt x="149483" y="-22920"/>
                </a:lnTo>
                <a:cubicBezTo>
                  <a:pt x="156686" y="-20955"/>
                  <a:pt x="161568" y="-14168"/>
                  <a:pt x="161092" y="-6727"/>
                </a:cubicBezTo>
                <a:lnTo>
                  <a:pt x="159484" y="18157"/>
                </a:lnTo>
                <a:cubicBezTo>
                  <a:pt x="164425" y="21967"/>
                  <a:pt x="168771" y="26372"/>
                  <a:pt x="172522" y="31254"/>
                </a:cubicBezTo>
                <a:lnTo>
                  <a:pt x="197525" y="29647"/>
                </a:lnTo>
                <a:cubicBezTo>
                  <a:pt x="204966" y="29170"/>
                  <a:pt x="211753" y="34052"/>
                  <a:pt x="213717" y="41255"/>
                </a:cubicBezTo>
                <a:lnTo>
                  <a:pt x="217884" y="56852"/>
                </a:lnTo>
                <a:cubicBezTo>
                  <a:pt x="219789" y="64056"/>
                  <a:pt x="216396" y="71676"/>
                  <a:pt x="209669" y="75009"/>
                </a:cubicBezTo>
                <a:lnTo>
                  <a:pt x="187226" y="86082"/>
                </a:lnTo>
                <a:cubicBezTo>
                  <a:pt x="186809" y="89118"/>
                  <a:pt x="186214" y="92154"/>
                  <a:pt x="185440" y="95131"/>
                </a:cubicBezTo>
                <a:cubicBezTo>
                  <a:pt x="184666" y="98108"/>
                  <a:pt x="183594" y="101084"/>
                  <a:pt x="182463" y="103882"/>
                </a:cubicBezTo>
                <a:lnTo>
                  <a:pt x="196334" y="124718"/>
                </a:lnTo>
                <a:cubicBezTo>
                  <a:pt x="200501" y="130969"/>
                  <a:pt x="199668" y="139244"/>
                  <a:pt x="194370" y="144542"/>
                </a:cubicBezTo>
                <a:lnTo>
                  <a:pt x="182940" y="155972"/>
                </a:lnTo>
                <a:cubicBezTo>
                  <a:pt x="177641" y="161270"/>
                  <a:pt x="169366" y="162104"/>
                  <a:pt x="163116" y="157936"/>
                </a:cubicBezTo>
                <a:lnTo>
                  <a:pt x="142280" y="144066"/>
                </a:lnTo>
                <a:cubicBezTo>
                  <a:pt x="136624" y="146387"/>
                  <a:pt x="130612" y="148054"/>
                  <a:pt x="124480" y="148888"/>
                </a:cubicBezTo>
                <a:lnTo>
                  <a:pt x="113407" y="171271"/>
                </a:lnTo>
                <a:cubicBezTo>
                  <a:pt x="110073" y="177998"/>
                  <a:pt x="102453" y="181392"/>
                  <a:pt x="95250" y="179487"/>
                </a:cubicBezTo>
                <a:lnTo>
                  <a:pt x="79653" y="175320"/>
                </a:lnTo>
                <a:cubicBezTo>
                  <a:pt x="72390" y="173355"/>
                  <a:pt x="67568" y="166568"/>
                  <a:pt x="68044" y="159127"/>
                </a:cubicBezTo>
                <a:lnTo>
                  <a:pt x="69652" y="134183"/>
                </a:lnTo>
                <a:cubicBezTo>
                  <a:pt x="64710" y="130373"/>
                  <a:pt x="60365" y="125968"/>
                  <a:pt x="56614" y="121087"/>
                </a:cubicBezTo>
                <a:lnTo>
                  <a:pt x="31611" y="122694"/>
                </a:lnTo>
                <a:cubicBezTo>
                  <a:pt x="24170" y="123170"/>
                  <a:pt x="17383" y="118289"/>
                  <a:pt x="15419" y="111085"/>
                </a:cubicBezTo>
                <a:lnTo>
                  <a:pt x="11251" y="95488"/>
                </a:lnTo>
                <a:cubicBezTo>
                  <a:pt x="9346" y="88285"/>
                  <a:pt x="12740" y="80665"/>
                  <a:pt x="19467" y="77331"/>
                </a:cubicBezTo>
                <a:lnTo>
                  <a:pt x="41910" y="66258"/>
                </a:lnTo>
                <a:cubicBezTo>
                  <a:pt x="42327" y="63222"/>
                  <a:pt x="42922" y="60246"/>
                  <a:pt x="43696" y="57210"/>
                </a:cubicBezTo>
                <a:cubicBezTo>
                  <a:pt x="44529" y="54173"/>
                  <a:pt x="45482" y="51256"/>
                  <a:pt x="46673" y="48458"/>
                </a:cubicBezTo>
                <a:lnTo>
                  <a:pt x="32802" y="27682"/>
                </a:lnTo>
                <a:cubicBezTo>
                  <a:pt x="28635" y="21431"/>
                  <a:pt x="29468" y="13156"/>
                  <a:pt x="34766" y="7858"/>
                </a:cubicBezTo>
                <a:lnTo>
                  <a:pt x="46196" y="-3572"/>
                </a:lnTo>
                <a:cubicBezTo>
                  <a:pt x="51495" y="-8870"/>
                  <a:pt x="59769" y="-9704"/>
                  <a:pt x="66020" y="-5536"/>
                </a:cubicBezTo>
                <a:lnTo>
                  <a:pt x="86856" y="8334"/>
                </a:lnTo>
                <a:cubicBezTo>
                  <a:pt x="92512" y="6013"/>
                  <a:pt x="98524" y="4346"/>
                  <a:pt x="104656" y="3512"/>
                </a:cubicBezTo>
                <a:lnTo>
                  <a:pt x="115729" y="-18871"/>
                </a:lnTo>
                <a:cubicBezTo>
                  <a:pt x="119062" y="-25598"/>
                  <a:pt x="126623" y="-28992"/>
                  <a:pt x="133886" y="-27087"/>
                </a:cubicBezTo>
                <a:close/>
                <a:moveTo>
                  <a:pt x="114538" y="50006"/>
                </a:moveTo>
                <a:cubicBezTo>
                  <a:pt x="100081" y="50006"/>
                  <a:pt x="88344" y="61743"/>
                  <a:pt x="88344" y="76200"/>
                </a:cubicBezTo>
                <a:cubicBezTo>
                  <a:pt x="88344" y="90657"/>
                  <a:pt x="100081" y="102394"/>
                  <a:pt x="114538" y="102394"/>
                </a:cubicBezTo>
                <a:cubicBezTo>
                  <a:pt x="128995" y="102394"/>
                  <a:pt x="140732" y="90657"/>
                  <a:pt x="140732" y="76200"/>
                </a:cubicBezTo>
                <a:cubicBezTo>
                  <a:pt x="140732" y="61743"/>
                  <a:pt x="128995" y="50006"/>
                  <a:pt x="114538" y="50006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219200" y="2362200"/>
            <a:ext cx="6578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项目背景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8200" y="2971800"/>
            <a:ext cx="6807200" cy="1524000"/>
          </a:xfrm>
          <a:custGeom>
            <a:avLst/>
            <a:gdLst/>
            <a:ahLst/>
            <a:cxnLst/>
            <a:rect l="l" t="t" r="r" b="b"/>
            <a:pathLst>
              <a:path w="6807200" h="1524000">
                <a:moveTo>
                  <a:pt x="101605" y="0"/>
                </a:moveTo>
                <a:lnTo>
                  <a:pt x="6705595" y="0"/>
                </a:lnTo>
                <a:cubicBezTo>
                  <a:pt x="6761710" y="0"/>
                  <a:pt x="6807200" y="45490"/>
                  <a:pt x="6807200" y="101605"/>
                </a:cubicBezTo>
                <a:lnTo>
                  <a:pt x="6807200" y="1422395"/>
                </a:lnTo>
                <a:cubicBezTo>
                  <a:pt x="6807200" y="1478510"/>
                  <a:pt x="6761710" y="1524000"/>
                  <a:pt x="67055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041400" y="3175000"/>
            <a:ext cx="6515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4FD1C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起源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1400" y="3632200"/>
            <a:ext cx="6502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该项目最初由 </a:t>
            </a:r>
            <a:r>
              <a:rPr lang="en-US" sz="16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于 2017 年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开发，2018 年开源发布，旨在为 Spark on Kubernetes 提供更原生、更易用的管理方式。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" y="4699000"/>
            <a:ext cx="6807200" cy="1524000"/>
          </a:xfrm>
          <a:custGeom>
            <a:avLst/>
            <a:gdLst/>
            <a:ahLst/>
            <a:cxnLst/>
            <a:rect l="l" t="t" r="r" b="b"/>
            <a:pathLst>
              <a:path w="6807200" h="1524000">
                <a:moveTo>
                  <a:pt x="101605" y="0"/>
                </a:moveTo>
                <a:lnTo>
                  <a:pt x="6705595" y="0"/>
                </a:lnTo>
                <a:cubicBezTo>
                  <a:pt x="6761710" y="0"/>
                  <a:pt x="6807200" y="45490"/>
                  <a:pt x="6807200" y="101605"/>
                </a:cubicBezTo>
                <a:lnTo>
                  <a:pt x="6807200" y="1422395"/>
                </a:lnTo>
                <a:cubicBezTo>
                  <a:pt x="6807200" y="1478510"/>
                  <a:pt x="6761710" y="1524000"/>
                  <a:pt x="67055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041400" y="4902200"/>
            <a:ext cx="6515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6AD5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社区驱动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41400" y="5359400"/>
            <a:ext cx="6502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2018-2019 年期间逐步捐赠给 </a:t>
            </a:r>
            <a:r>
              <a:rPr lang="en-US" sz="16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Kubeflow 社区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，通过社区驱动的模式确保项目的长期维护和发展。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8200" y="6426200"/>
            <a:ext cx="6807200" cy="1524000"/>
          </a:xfrm>
          <a:custGeom>
            <a:avLst/>
            <a:gdLst/>
            <a:ahLst/>
            <a:cxnLst/>
            <a:rect l="l" t="t" r="r" b="b"/>
            <a:pathLst>
              <a:path w="6807200" h="1524000">
                <a:moveTo>
                  <a:pt x="101605" y="0"/>
                </a:moveTo>
                <a:lnTo>
                  <a:pt x="6705595" y="0"/>
                </a:lnTo>
                <a:cubicBezTo>
                  <a:pt x="6761710" y="0"/>
                  <a:pt x="6807200" y="45490"/>
                  <a:pt x="6807200" y="101605"/>
                </a:cubicBezTo>
                <a:lnTo>
                  <a:pt x="6807200" y="1422395"/>
                </a:lnTo>
                <a:cubicBezTo>
                  <a:pt x="6807200" y="1478510"/>
                  <a:pt x="6761710" y="1524000"/>
                  <a:pt x="67055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041400" y="6629400"/>
            <a:ext cx="6515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4FD1C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生态集成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41400" y="7086600"/>
            <a:ext cx="6502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更好地集成到 Kubeflow 的</a:t>
            </a:r>
            <a:r>
              <a:rPr lang="en-US" sz="16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机器学习生态系统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中，为数据科学和机器学习场景提供完整的解决方案。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93100" y="2044700"/>
            <a:ext cx="7442200" cy="6223000"/>
          </a:xfrm>
          <a:custGeom>
            <a:avLst/>
            <a:gdLst/>
            <a:ahLst/>
            <a:cxnLst/>
            <a:rect l="l" t="t" r="r" b="b"/>
            <a:pathLst>
              <a:path w="7442200" h="6223000">
                <a:moveTo>
                  <a:pt x="101622" y="0"/>
                </a:moveTo>
                <a:lnTo>
                  <a:pt x="7340578" y="0"/>
                </a:lnTo>
                <a:cubicBezTo>
                  <a:pt x="7396702" y="0"/>
                  <a:pt x="7442200" y="45498"/>
                  <a:pt x="7442200" y="101622"/>
                </a:cubicBezTo>
                <a:lnTo>
                  <a:pt x="7442200" y="6121378"/>
                </a:lnTo>
                <a:cubicBezTo>
                  <a:pt x="7442200" y="6177502"/>
                  <a:pt x="7396702" y="6223000"/>
                  <a:pt x="7340578" y="6223000"/>
                </a:cubicBezTo>
                <a:lnTo>
                  <a:pt x="101622" y="6223000"/>
                </a:lnTo>
                <a:cubicBezTo>
                  <a:pt x="45498" y="6223000"/>
                  <a:pt x="0" y="6177502"/>
                  <a:pt x="0" y="6121378"/>
                </a:cubicBezTo>
                <a:lnTo>
                  <a:pt x="0" y="101622"/>
                </a:lnTo>
                <a:cubicBezTo>
                  <a:pt x="0" y="45498"/>
                  <a:pt x="45498" y="0"/>
                  <a:pt x="101622" y="0"/>
                </a:cubicBezTo>
                <a:close/>
              </a:path>
            </a:pathLst>
          </a:cu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648700" y="289718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190500"/>
                </a:moveTo>
                <a:lnTo>
                  <a:pt x="14585" y="190500"/>
                </a:lnTo>
                <a:cubicBezTo>
                  <a:pt x="-238" y="190500"/>
                  <a:pt x="-9346" y="174367"/>
                  <a:pt x="-1726" y="161627"/>
                </a:cubicBezTo>
                <a:lnTo>
                  <a:pt x="29766" y="109121"/>
                </a:lnTo>
                <a:cubicBezTo>
                  <a:pt x="34945" y="100489"/>
                  <a:pt x="44232" y="95250"/>
                  <a:pt x="54293" y="95250"/>
                </a:cubicBezTo>
                <a:lnTo>
                  <a:pt x="110847" y="95250"/>
                </a:lnTo>
                <a:cubicBezTo>
                  <a:pt x="156150" y="18514"/>
                  <a:pt x="223718" y="14645"/>
                  <a:pt x="268903" y="21253"/>
                </a:cubicBezTo>
                <a:cubicBezTo>
                  <a:pt x="276523" y="22384"/>
                  <a:pt x="282476" y="28337"/>
                  <a:pt x="283547" y="35897"/>
                </a:cubicBezTo>
                <a:cubicBezTo>
                  <a:pt x="290155" y="81082"/>
                  <a:pt x="286286" y="148650"/>
                  <a:pt x="209550" y="193953"/>
                </a:cubicBezTo>
                <a:lnTo>
                  <a:pt x="209550" y="250508"/>
                </a:lnTo>
                <a:cubicBezTo>
                  <a:pt x="209550" y="260568"/>
                  <a:pt x="204311" y="269855"/>
                  <a:pt x="195679" y="275034"/>
                </a:cubicBezTo>
                <a:lnTo>
                  <a:pt x="143173" y="306526"/>
                </a:lnTo>
                <a:cubicBezTo>
                  <a:pt x="130493" y="314146"/>
                  <a:pt x="114300" y="304979"/>
                  <a:pt x="114300" y="290215"/>
                </a:cubicBezTo>
                <a:lnTo>
                  <a:pt x="114300" y="228600"/>
                </a:lnTo>
                <a:cubicBezTo>
                  <a:pt x="114300" y="207585"/>
                  <a:pt x="97215" y="190500"/>
                  <a:pt x="76200" y="190500"/>
                </a:cubicBezTo>
                <a:lnTo>
                  <a:pt x="76140" y="190500"/>
                </a:lnTo>
                <a:close/>
                <a:moveTo>
                  <a:pt x="238125" y="95250"/>
                </a:moveTo>
                <a:cubicBezTo>
                  <a:pt x="238125" y="79479"/>
                  <a:pt x="225321" y="66675"/>
                  <a:pt x="209550" y="66675"/>
                </a:cubicBezTo>
                <a:cubicBezTo>
                  <a:pt x="193779" y="66675"/>
                  <a:pt x="180975" y="79479"/>
                  <a:pt x="180975" y="95250"/>
                </a:cubicBezTo>
                <a:cubicBezTo>
                  <a:pt x="180975" y="111021"/>
                  <a:pt x="193779" y="123825"/>
                  <a:pt x="209550" y="123825"/>
                </a:cubicBezTo>
                <a:cubicBezTo>
                  <a:pt x="225321" y="123825"/>
                  <a:pt x="238125" y="111021"/>
                  <a:pt x="238125" y="9525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991600" y="2846388"/>
            <a:ext cx="6578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核心定位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10600" y="3455988"/>
            <a:ext cx="69215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 Operator 是 Kubernetes 上用于管理 Apache Spark 应用程序</a:t>
            </a:r>
            <a:r>
              <a:rPr lang="en-US" sz="18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生命周期的专用 Operator</a:t>
            </a:r>
            <a:r>
              <a:rPr lang="en-US" sz="18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，通过自定义资源定义（CRD）和控制器模式，实现声明式的 Spark 应用管理。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610600" y="4875213"/>
            <a:ext cx="3302000" cy="1193800"/>
          </a:xfrm>
          <a:custGeom>
            <a:avLst/>
            <a:gdLst/>
            <a:ahLst/>
            <a:cxnLst/>
            <a:rect l="l" t="t" r="r" b="b"/>
            <a:pathLst>
              <a:path w="3302000" h="1193800">
                <a:moveTo>
                  <a:pt x="101604" y="0"/>
                </a:moveTo>
                <a:lnTo>
                  <a:pt x="3200396" y="0"/>
                </a:lnTo>
                <a:cubicBezTo>
                  <a:pt x="3256510" y="0"/>
                  <a:pt x="3302000" y="45490"/>
                  <a:pt x="3302000" y="101604"/>
                </a:cubicBezTo>
                <a:lnTo>
                  <a:pt x="3302000" y="1092196"/>
                </a:lnTo>
                <a:cubicBezTo>
                  <a:pt x="3302000" y="1148310"/>
                  <a:pt x="3256510" y="1193800"/>
                  <a:pt x="3200396" y="1193800"/>
                </a:cubicBezTo>
                <a:lnTo>
                  <a:pt x="101604" y="1193800"/>
                </a:lnTo>
                <a:cubicBezTo>
                  <a:pt x="45490" y="1193800"/>
                  <a:pt x="0" y="1148310"/>
                  <a:pt x="0" y="1092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10074275" y="50784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73013" y="3870"/>
                </a:moveTo>
                <a:cubicBezTo>
                  <a:pt x="184100" y="-1265"/>
                  <a:pt x="196900" y="-1265"/>
                  <a:pt x="207987" y="3870"/>
                </a:cubicBezTo>
                <a:lnTo>
                  <a:pt x="370656" y="79028"/>
                </a:lnTo>
                <a:cubicBezTo>
                  <a:pt x="376982" y="81930"/>
                  <a:pt x="381000" y="88255"/>
                  <a:pt x="381000" y="95250"/>
                </a:cubicBezTo>
                <a:cubicBezTo>
                  <a:pt x="381000" y="102245"/>
                  <a:pt x="376982" y="108570"/>
                  <a:pt x="370656" y="111472"/>
                </a:cubicBezTo>
                <a:lnTo>
                  <a:pt x="207987" y="186630"/>
                </a:lnTo>
                <a:cubicBezTo>
                  <a:pt x="196900" y="191765"/>
                  <a:pt x="184100" y="191765"/>
                  <a:pt x="173013" y="186630"/>
                </a:cubicBezTo>
                <a:lnTo>
                  <a:pt x="10344" y="111472"/>
                </a:lnTo>
                <a:cubicBezTo>
                  <a:pt x="4018" y="108496"/>
                  <a:pt x="0" y="102171"/>
                  <a:pt x="0" y="95250"/>
                </a:cubicBezTo>
                <a:cubicBezTo>
                  <a:pt x="0" y="88329"/>
                  <a:pt x="4018" y="81930"/>
                  <a:pt x="10344" y="79028"/>
                </a:cubicBezTo>
                <a:lnTo>
                  <a:pt x="173013" y="3870"/>
                </a:lnTo>
                <a:close/>
                <a:moveTo>
                  <a:pt x="35793" y="162520"/>
                </a:moveTo>
                <a:lnTo>
                  <a:pt x="158055" y="219001"/>
                </a:lnTo>
                <a:cubicBezTo>
                  <a:pt x="178668" y="228526"/>
                  <a:pt x="202406" y="228526"/>
                  <a:pt x="223019" y="219001"/>
                </a:cubicBezTo>
                <a:lnTo>
                  <a:pt x="345281" y="162520"/>
                </a:lnTo>
                <a:lnTo>
                  <a:pt x="370656" y="174278"/>
                </a:lnTo>
                <a:cubicBezTo>
                  <a:pt x="376982" y="177180"/>
                  <a:pt x="381000" y="183505"/>
                  <a:pt x="381000" y="190500"/>
                </a:cubicBezTo>
                <a:cubicBezTo>
                  <a:pt x="381000" y="197495"/>
                  <a:pt x="376982" y="203820"/>
                  <a:pt x="370656" y="206722"/>
                </a:cubicBezTo>
                <a:lnTo>
                  <a:pt x="207987" y="281880"/>
                </a:lnTo>
                <a:cubicBezTo>
                  <a:pt x="196900" y="287015"/>
                  <a:pt x="184100" y="287015"/>
                  <a:pt x="173013" y="281880"/>
                </a:cubicBezTo>
                <a:lnTo>
                  <a:pt x="10344" y="206722"/>
                </a:lnTo>
                <a:cubicBezTo>
                  <a:pt x="4018" y="203746"/>
                  <a:pt x="0" y="197421"/>
                  <a:pt x="0" y="190500"/>
                </a:cubicBezTo>
                <a:cubicBezTo>
                  <a:pt x="0" y="183579"/>
                  <a:pt x="4018" y="177180"/>
                  <a:pt x="10344" y="174278"/>
                </a:cubicBezTo>
                <a:lnTo>
                  <a:pt x="35719" y="162520"/>
                </a:lnTo>
                <a:close/>
                <a:moveTo>
                  <a:pt x="10344" y="269528"/>
                </a:moveTo>
                <a:lnTo>
                  <a:pt x="35719" y="257770"/>
                </a:lnTo>
                <a:lnTo>
                  <a:pt x="157981" y="314251"/>
                </a:lnTo>
                <a:cubicBezTo>
                  <a:pt x="178594" y="323776"/>
                  <a:pt x="202332" y="323776"/>
                  <a:pt x="222945" y="314251"/>
                </a:cubicBezTo>
                <a:lnTo>
                  <a:pt x="345207" y="257770"/>
                </a:lnTo>
                <a:lnTo>
                  <a:pt x="370582" y="269528"/>
                </a:lnTo>
                <a:cubicBezTo>
                  <a:pt x="376907" y="272430"/>
                  <a:pt x="380926" y="278755"/>
                  <a:pt x="380926" y="285750"/>
                </a:cubicBezTo>
                <a:cubicBezTo>
                  <a:pt x="380926" y="292745"/>
                  <a:pt x="376907" y="299070"/>
                  <a:pt x="370582" y="301972"/>
                </a:cubicBezTo>
                <a:lnTo>
                  <a:pt x="207913" y="377130"/>
                </a:lnTo>
                <a:cubicBezTo>
                  <a:pt x="196825" y="382265"/>
                  <a:pt x="184026" y="382265"/>
                  <a:pt x="172938" y="377130"/>
                </a:cubicBezTo>
                <a:lnTo>
                  <a:pt x="10344" y="301972"/>
                </a:lnTo>
                <a:cubicBezTo>
                  <a:pt x="4018" y="298996"/>
                  <a:pt x="0" y="292671"/>
                  <a:pt x="0" y="285750"/>
                </a:cubicBezTo>
                <a:cubicBezTo>
                  <a:pt x="0" y="278829"/>
                  <a:pt x="4018" y="272430"/>
                  <a:pt x="10344" y="269528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763000" y="5561013"/>
            <a:ext cx="299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生命周期管理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115800" y="4875213"/>
            <a:ext cx="3302000" cy="1193800"/>
          </a:xfrm>
          <a:custGeom>
            <a:avLst/>
            <a:gdLst/>
            <a:ahLst/>
            <a:cxnLst/>
            <a:rect l="l" t="t" r="r" b="b"/>
            <a:pathLst>
              <a:path w="3302000" h="1193800">
                <a:moveTo>
                  <a:pt x="101604" y="0"/>
                </a:moveTo>
                <a:lnTo>
                  <a:pt x="3200396" y="0"/>
                </a:lnTo>
                <a:cubicBezTo>
                  <a:pt x="3256510" y="0"/>
                  <a:pt x="3302000" y="45490"/>
                  <a:pt x="3302000" y="101604"/>
                </a:cubicBezTo>
                <a:lnTo>
                  <a:pt x="3302000" y="1092196"/>
                </a:lnTo>
                <a:cubicBezTo>
                  <a:pt x="3302000" y="1148310"/>
                  <a:pt x="3256510" y="1193800"/>
                  <a:pt x="3200396" y="1193800"/>
                </a:cubicBezTo>
                <a:lnTo>
                  <a:pt x="101604" y="1193800"/>
                </a:lnTo>
                <a:cubicBezTo>
                  <a:pt x="45490" y="1193800"/>
                  <a:pt x="0" y="1148310"/>
                  <a:pt x="0" y="1092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13579475" y="50784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96540" y="9079"/>
                </a:moveTo>
                <a:lnTo>
                  <a:pt x="230907" y="74712"/>
                </a:lnTo>
                <a:lnTo>
                  <a:pt x="306288" y="150093"/>
                </a:lnTo>
                <a:lnTo>
                  <a:pt x="371921" y="84460"/>
                </a:lnTo>
                <a:cubicBezTo>
                  <a:pt x="377726" y="78581"/>
                  <a:pt x="381000" y="70693"/>
                  <a:pt x="381000" y="62508"/>
                </a:cubicBezTo>
                <a:cubicBezTo>
                  <a:pt x="381000" y="54322"/>
                  <a:pt x="377726" y="46434"/>
                  <a:pt x="371921" y="40556"/>
                </a:cubicBezTo>
                <a:lnTo>
                  <a:pt x="340444" y="9079"/>
                </a:lnTo>
                <a:cubicBezTo>
                  <a:pt x="334566" y="3274"/>
                  <a:pt x="326678" y="0"/>
                  <a:pt x="318492" y="0"/>
                </a:cubicBezTo>
                <a:cubicBezTo>
                  <a:pt x="310307" y="0"/>
                  <a:pt x="302419" y="3274"/>
                  <a:pt x="296540" y="9079"/>
                </a:cubicBezTo>
                <a:close/>
                <a:moveTo>
                  <a:pt x="205680" y="99938"/>
                </a:moveTo>
                <a:lnTo>
                  <a:pt x="9079" y="296540"/>
                </a:lnTo>
                <a:cubicBezTo>
                  <a:pt x="3274" y="302419"/>
                  <a:pt x="0" y="310307"/>
                  <a:pt x="0" y="318492"/>
                </a:cubicBezTo>
                <a:cubicBezTo>
                  <a:pt x="0" y="326678"/>
                  <a:pt x="3274" y="334566"/>
                  <a:pt x="9079" y="340444"/>
                </a:cubicBezTo>
                <a:lnTo>
                  <a:pt x="40556" y="371921"/>
                </a:lnTo>
                <a:cubicBezTo>
                  <a:pt x="46434" y="377726"/>
                  <a:pt x="54322" y="381000"/>
                  <a:pt x="62508" y="381000"/>
                </a:cubicBezTo>
                <a:cubicBezTo>
                  <a:pt x="70693" y="381000"/>
                  <a:pt x="78581" y="377726"/>
                  <a:pt x="84460" y="371921"/>
                </a:cubicBezTo>
                <a:lnTo>
                  <a:pt x="281062" y="175320"/>
                </a:lnTo>
                <a:lnTo>
                  <a:pt x="205680" y="99938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2268200" y="5561013"/>
            <a:ext cx="299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自动化运维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610600" y="6272213"/>
            <a:ext cx="3302000" cy="1193800"/>
          </a:xfrm>
          <a:custGeom>
            <a:avLst/>
            <a:gdLst/>
            <a:ahLst/>
            <a:cxnLst/>
            <a:rect l="l" t="t" r="r" b="b"/>
            <a:pathLst>
              <a:path w="3302000" h="1193800">
                <a:moveTo>
                  <a:pt x="101604" y="0"/>
                </a:moveTo>
                <a:lnTo>
                  <a:pt x="3200396" y="0"/>
                </a:lnTo>
                <a:cubicBezTo>
                  <a:pt x="3256510" y="0"/>
                  <a:pt x="3302000" y="45490"/>
                  <a:pt x="3302000" y="101604"/>
                </a:cubicBezTo>
                <a:lnTo>
                  <a:pt x="3302000" y="1092196"/>
                </a:lnTo>
                <a:cubicBezTo>
                  <a:pt x="3302000" y="1148310"/>
                  <a:pt x="3256510" y="1193800"/>
                  <a:pt x="3200396" y="1193800"/>
                </a:cubicBezTo>
                <a:lnTo>
                  <a:pt x="101604" y="1193800"/>
                </a:lnTo>
                <a:cubicBezTo>
                  <a:pt x="45490" y="1193800"/>
                  <a:pt x="0" y="1148310"/>
                  <a:pt x="0" y="1092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10074275" y="64754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47625" y="47625"/>
                </a:moveTo>
                <a:cubicBezTo>
                  <a:pt x="47625" y="34454"/>
                  <a:pt x="36984" y="23812"/>
                  <a:pt x="23812" y="23812"/>
                </a:cubicBezTo>
                <a:cubicBezTo>
                  <a:pt x="10641" y="23812"/>
                  <a:pt x="0" y="34454"/>
                  <a:pt x="0" y="47625"/>
                </a:cubicBezTo>
                <a:lnTo>
                  <a:pt x="0" y="297656"/>
                </a:lnTo>
                <a:cubicBezTo>
                  <a:pt x="0" y="330547"/>
                  <a:pt x="26640" y="357188"/>
                  <a:pt x="59531" y="357188"/>
                </a:cubicBezTo>
                <a:lnTo>
                  <a:pt x="357188" y="357188"/>
                </a:lnTo>
                <a:cubicBezTo>
                  <a:pt x="370359" y="357188"/>
                  <a:pt x="381000" y="346546"/>
                  <a:pt x="381000" y="333375"/>
                </a:cubicBezTo>
                <a:cubicBezTo>
                  <a:pt x="381000" y="320204"/>
                  <a:pt x="370359" y="309563"/>
                  <a:pt x="357188" y="309563"/>
                </a:cubicBezTo>
                <a:lnTo>
                  <a:pt x="59531" y="309563"/>
                </a:lnTo>
                <a:cubicBezTo>
                  <a:pt x="52983" y="309563"/>
                  <a:pt x="47625" y="304205"/>
                  <a:pt x="47625" y="297656"/>
                </a:cubicBezTo>
                <a:lnTo>
                  <a:pt x="47625" y="47625"/>
                </a:lnTo>
                <a:close/>
                <a:moveTo>
                  <a:pt x="350193" y="112068"/>
                </a:moveTo>
                <a:cubicBezTo>
                  <a:pt x="359494" y="102766"/>
                  <a:pt x="359494" y="87660"/>
                  <a:pt x="350193" y="78358"/>
                </a:cubicBezTo>
                <a:cubicBezTo>
                  <a:pt x="340891" y="69056"/>
                  <a:pt x="325785" y="69056"/>
                  <a:pt x="316483" y="78358"/>
                </a:cubicBezTo>
                <a:lnTo>
                  <a:pt x="238125" y="156790"/>
                </a:lnTo>
                <a:lnTo>
                  <a:pt x="195411" y="114151"/>
                </a:lnTo>
                <a:cubicBezTo>
                  <a:pt x="186110" y="104849"/>
                  <a:pt x="171004" y="104849"/>
                  <a:pt x="161702" y="114151"/>
                </a:cubicBezTo>
                <a:lnTo>
                  <a:pt x="90264" y="185589"/>
                </a:lnTo>
                <a:cubicBezTo>
                  <a:pt x="80963" y="194890"/>
                  <a:pt x="80963" y="209996"/>
                  <a:pt x="90264" y="219298"/>
                </a:cubicBezTo>
                <a:cubicBezTo>
                  <a:pt x="99566" y="228600"/>
                  <a:pt x="114672" y="228600"/>
                  <a:pt x="123974" y="219298"/>
                </a:cubicBezTo>
                <a:lnTo>
                  <a:pt x="178594" y="164678"/>
                </a:lnTo>
                <a:lnTo>
                  <a:pt x="221307" y="207392"/>
                </a:lnTo>
                <a:cubicBezTo>
                  <a:pt x="230609" y="216694"/>
                  <a:pt x="245715" y="216694"/>
                  <a:pt x="255017" y="207392"/>
                </a:cubicBezTo>
                <a:lnTo>
                  <a:pt x="350267" y="112142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763000" y="6958013"/>
            <a:ext cx="299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监控集成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2115800" y="6272213"/>
            <a:ext cx="3302000" cy="1193800"/>
          </a:xfrm>
          <a:custGeom>
            <a:avLst/>
            <a:gdLst/>
            <a:ahLst/>
            <a:cxnLst/>
            <a:rect l="l" t="t" r="r" b="b"/>
            <a:pathLst>
              <a:path w="3302000" h="1193800">
                <a:moveTo>
                  <a:pt x="101604" y="0"/>
                </a:moveTo>
                <a:lnTo>
                  <a:pt x="3200396" y="0"/>
                </a:lnTo>
                <a:cubicBezTo>
                  <a:pt x="3256510" y="0"/>
                  <a:pt x="3302000" y="45490"/>
                  <a:pt x="3302000" y="101604"/>
                </a:cubicBezTo>
                <a:lnTo>
                  <a:pt x="3302000" y="1092196"/>
                </a:lnTo>
                <a:cubicBezTo>
                  <a:pt x="3302000" y="1148310"/>
                  <a:pt x="3256510" y="1193800"/>
                  <a:pt x="3200396" y="1193800"/>
                </a:cubicBezTo>
                <a:lnTo>
                  <a:pt x="101604" y="1193800"/>
                </a:lnTo>
                <a:cubicBezTo>
                  <a:pt x="45490" y="1193800"/>
                  <a:pt x="0" y="1148310"/>
                  <a:pt x="0" y="1092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13531850" y="6475413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238125" y="11906"/>
                </a:moveTo>
                <a:cubicBezTo>
                  <a:pt x="280838" y="11906"/>
                  <a:pt x="315516" y="46584"/>
                  <a:pt x="315516" y="89297"/>
                </a:cubicBezTo>
                <a:cubicBezTo>
                  <a:pt x="315516" y="132010"/>
                  <a:pt x="280838" y="166688"/>
                  <a:pt x="238125" y="166688"/>
                </a:cubicBezTo>
                <a:cubicBezTo>
                  <a:pt x="195412" y="166688"/>
                  <a:pt x="160734" y="132010"/>
                  <a:pt x="160734" y="89297"/>
                </a:cubicBezTo>
                <a:cubicBezTo>
                  <a:pt x="160734" y="46584"/>
                  <a:pt x="195412" y="11906"/>
                  <a:pt x="238125" y="11906"/>
                </a:cubicBezTo>
                <a:close/>
                <a:moveTo>
                  <a:pt x="71438" y="65484"/>
                </a:moveTo>
                <a:cubicBezTo>
                  <a:pt x="101008" y="65484"/>
                  <a:pt x="125016" y="89492"/>
                  <a:pt x="125016" y="119063"/>
                </a:cubicBezTo>
                <a:cubicBezTo>
                  <a:pt x="125016" y="148633"/>
                  <a:pt x="101008" y="172641"/>
                  <a:pt x="71438" y="172641"/>
                </a:cubicBezTo>
                <a:cubicBezTo>
                  <a:pt x="41867" y="172641"/>
                  <a:pt x="17859" y="148633"/>
                  <a:pt x="17859" y="119063"/>
                </a:cubicBezTo>
                <a:cubicBezTo>
                  <a:pt x="17859" y="89492"/>
                  <a:pt x="41867" y="65484"/>
                  <a:pt x="71437" y="65484"/>
                </a:cubicBezTo>
                <a:close/>
                <a:moveTo>
                  <a:pt x="0" y="309563"/>
                </a:moveTo>
                <a:cubicBezTo>
                  <a:pt x="0" y="256952"/>
                  <a:pt x="42639" y="214313"/>
                  <a:pt x="95250" y="214313"/>
                </a:cubicBezTo>
                <a:cubicBezTo>
                  <a:pt x="104775" y="214313"/>
                  <a:pt x="114002" y="215726"/>
                  <a:pt x="122709" y="218331"/>
                </a:cubicBezTo>
                <a:cubicBezTo>
                  <a:pt x="98227" y="245715"/>
                  <a:pt x="83344" y="281880"/>
                  <a:pt x="83344" y="321469"/>
                </a:cubicBezTo>
                <a:lnTo>
                  <a:pt x="83344" y="333375"/>
                </a:lnTo>
                <a:cubicBezTo>
                  <a:pt x="83344" y="341858"/>
                  <a:pt x="85130" y="349895"/>
                  <a:pt x="88329" y="357188"/>
                </a:cubicBezTo>
                <a:lnTo>
                  <a:pt x="23812" y="357188"/>
                </a:lnTo>
                <a:cubicBezTo>
                  <a:pt x="10641" y="357188"/>
                  <a:pt x="0" y="346546"/>
                  <a:pt x="0" y="333375"/>
                </a:cubicBezTo>
                <a:lnTo>
                  <a:pt x="0" y="309563"/>
                </a:lnTo>
                <a:close/>
                <a:moveTo>
                  <a:pt x="387921" y="357188"/>
                </a:moveTo>
                <a:cubicBezTo>
                  <a:pt x="391120" y="349895"/>
                  <a:pt x="392906" y="341858"/>
                  <a:pt x="392906" y="333375"/>
                </a:cubicBezTo>
                <a:lnTo>
                  <a:pt x="392906" y="321469"/>
                </a:lnTo>
                <a:cubicBezTo>
                  <a:pt x="392906" y="281880"/>
                  <a:pt x="378023" y="245715"/>
                  <a:pt x="353541" y="218331"/>
                </a:cubicBezTo>
                <a:cubicBezTo>
                  <a:pt x="362248" y="215726"/>
                  <a:pt x="371475" y="214313"/>
                  <a:pt x="381000" y="214313"/>
                </a:cubicBezTo>
                <a:cubicBezTo>
                  <a:pt x="433611" y="214313"/>
                  <a:pt x="476250" y="256952"/>
                  <a:pt x="476250" y="309563"/>
                </a:cubicBezTo>
                <a:lnTo>
                  <a:pt x="476250" y="333375"/>
                </a:lnTo>
                <a:cubicBezTo>
                  <a:pt x="476250" y="346546"/>
                  <a:pt x="465609" y="357188"/>
                  <a:pt x="452438" y="357188"/>
                </a:cubicBezTo>
                <a:lnTo>
                  <a:pt x="387921" y="357188"/>
                </a:lnTo>
                <a:close/>
                <a:moveTo>
                  <a:pt x="351234" y="119063"/>
                </a:moveTo>
                <a:cubicBezTo>
                  <a:pt x="351234" y="89492"/>
                  <a:pt x="375242" y="65484"/>
                  <a:pt x="404813" y="65484"/>
                </a:cubicBezTo>
                <a:cubicBezTo>
                  <a:pt x="434383" y="65484"/>
                  <a:pt x="458391" y="89492"/>
                  <a:pt x="458391" y="119062"/>
                </a:cubicBezTo>
                <a:cubicBezTo>
                  <a:pt x="458391" y="148633"/>
                  <a:pt x="434383" y="172641"/>
                  <a:pt x="404813" y="172641"/>
                </a:cubicBezTo>
                <a:cubicBezTo>
                  <a:pt x="375242" y="172641"/>
                  <a:pt x="351234" y="148633"/>
                  <a:pt x="351234" y="119063"/>
                </a:cubicBezTo>
                <a:close/>
                <a:moveTo>
                  <a:pt x="119063" y="321469"/>
                </a:moveTo>
                <a:cubicBezTo>
                  <a:pt x="119063" y="255687"/>
                  <a:pt x="172343" y="202406"/>
                  <a:pt x="238125" y="202406"/>
                </a:cubicBezTo>
                <a:cubicBezTo>
                  <a:pt x="303907" y="202406"/>
                  <a:pt x="357188" y="255687"/>
                  <a:pt x="357188" y="321469"/>
                </a:cubicBezTo>
                <a:lnTo>
                  <a:pt x="357188" y="333375"/>
                </a:lnTo>
                <a:cubicBezTo>
                  <a:pt x="357188" y="346546"/>
                  <a:pt x="346546" y="357188"/>
                  <a:pt x="333375" y="357188"/>
                </a:cubicBezTo>
                <a:lnTo>
                  <a:pt x="142875" y="357188"/>
                </a:lnTo>
                <a:cubicBezTo>
                  <a:pt x="129704" y="357188"/>
                  <a:pt x="119063" y="346546"/>
                  <a:pt x="119063" y="333375"/>
                </a:cubicBezTo>
                <a:lnTo>
                  <a:pt x="119063" y="321469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2268200" y="6958013"/>
            <a:ext cx="299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社区支持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核心特性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20700" y="2044700"/>
            <a:ext cx="4851400" cy="2844800"/>
          </a:xfrm>
          <a:custGeom>
            <a:avLst/>
            <a:gdLst/>
            <a:ahLst/>
            <a:cxnLst/>
            <a:rect l="l" t="t" r="r" b="b"/>
            <a:pathLst>
              <a:path w="4851400" h="2844800">
                <a:moveTo>
                  <a:pt x="101588" y="0"/>
                </a:moveTo>
                <a:lnTo>
                  <a:pt x="4749812" y="0"/>
                </a:lnTo>
                <a:cubicBezTo>
                  <a:pt x="4805918" y="0"/>
                  <a:pt x="4851400" y="45482"/>
                  <a:pt x="4851400" y="101588"/>
                </a:cubicBezTo>
                <a:lnTo>
                  <a:pt x="4851400" y="2743212"/>
                </a:lnTo>
                <a:cubicBezTo>
                  <a:pt x="4851400" y="2799318"/>
                  <a:pt x="4805918" y="2844800"/>
                  <a:pt x="4749812" y="2844800"/>
                </a:cubicBezTo>
                <a:lnTo>
                  <a:pt x="101588" y="2844800"/>
                </a:lnTo>
                <a:cubicBezTo>
                  <a:pt x="45482" y="2844800"/>
                  <a:pt x="0" y="2799318"/>
                  <a:pt x="0" y="2743212"/>
                </a:cubicBezTo>
                <a:lnTo>
                  <a:pt x="0" y="101588"/>
                </a:lnTo>
                <a:cubicBezTo>
                  <a:pt x="0" y="45482"/>
                  <a:pt x="45482" y="0"/>
                  <a:pt x="101588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38200" y="2362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047750" y="25400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0" y="31750"/>
                </a:moveTo>
                <a:cubicBezTo>
                  <a:pt x="0" y="14238"/>
                  <a:pt x="14238" y="0"/>
                  <a:pt x="31750" y="0"/>
                </a:cubicBezTo>
                <a:lnTo>
                  <a:pt x="105916" y="0"/>
                </a:lnTo>
                <a:cubicBezTo>
                  <a:pt x="114350" y="0"/>
                  <a:pt x="122436" y="3324"/>
                  <a:pt x="128389" y="9277"/>
                </a:cubicBezTo>
                <a:lnTo>
                  <a:pt x="181223" y="62161"/>
                </a:lnTo>
                <a:cubicBezTo>
                  <a:pt x="187176" y="68114"/>
                  <a:pt x="190500" y="76200"/>
                  <a:pt x="190500" y="84634"/>
                </a:cubicBezTo>
                <a:lnTo>
                  <a:pt x="190500" y="222250"/>
                </a:lnTo>
                <a:cubicBezTo>
                  <a:pt x="190500" y="239762"/>
                  <a:pt x="176262" y="254000"/>
                  <a:pt x="158750" y="254000"/>
                </a:cubicBezTo>
                <a:lnTo>
                  <a:pt x="31750" y="254000"/>
                </a:lnTo>
                <a:cubicBezTo>
                  <a:pt x="14238" y="254000"/>
                  <a:pt x="0" y="239762"/>
                  <a:pt x="0" y="222250"/>
                </a:cubicBezTo>
                <a:lnTo>
                  <a:pt x="0" y="31750"/>
                </a:lnTo>
                <a:close/>
                <a:moveTo>
                  <a:pt x="103188" y="29021"/>
                </a:moveTo>
                <a:lnTo>
                  <a:pt x="103188" y="75406"/>
                </a:lnTo>
                <a:cubicBezTo>
                  <a:pt x="103188" y="82004"/>
                  <a:pt x="108496" y="87313"/>
                  <a:pt x="115094" y="87313"/>
                </a:cubicBezTo>
                <a:lnTo>
                  <a:pt x="161479" y="87313"/>
                </a:lnTo>
                <a:lnTo>
                  <a:pt x="103188" y="29021"/>
                </a:lnTo>
                <a:close/>
                <a:moveTo>
                  <a:pt x="59531" y="127000"/>
                </a:moveTo>
                <a:cubicBezTo>
                  <a:pt x="52933" y="127000"/>
                  <a:pt x="47625" y="132308"/>
                  <a:pt x="47625" y="138906"/>
                </a:cubicBezTo>
                <a:cubicBezTo>
                  <a:pt x="47625" y="145504"/>
                  <a:pt x="52933" y="150813"/>
                  <a:pt x="59531" y="150813"/>
                </a:cubicBezTo>
                <a:lnTo>
                  <a:pt x="130969" y="150813"/>
                </a:lnTo>
                <a:cubicBezTo>
                  <a:pt x="137567" y="150813"/>
                  <a:pt x="142875" y="145504"/>
                  <a:pt x="142875" y="138906"/>
                </a:cubicBezTo>
                <a:cubicBezTo>
                  <a:pt x="142875" y="132308"/>
                  <a:pt x="137567" y="127000"/>
                  <a:pt x="130969" y="127000"/>
                </a:cubicBezTo>
                <a:lnTo>
                  <a:pt x="59531" y="127000"/>
                </a:lnTo>
                <a:close/>
                <a:moveTo>
                  <a:pt x="59531" y="174625"/>
                </a:moveTo>
                <a:cubicBezTo>
                  <a:pt x="52933" y="174625"/>
                  <a:pt x="47625" y="179933"/>
                  <a:pt x="47625" y="186531"/>
                </a:cubicBezTo>
                <a:cubicBezTo>
                  <a:pt x="47625" y="193129"/>
                  <a:pt x="52933" y="198438"/>
                  <a:pt x="59531" y="198438"/>
                </a:cubicBezTo>
                <a:lnTo>
                  <a:pt x="130969" y="198438"/>
                </a:lnTo>
                <a:cubicBezTo>
                  <a:pt x="137567" y="198438"/>
                  <a:pt x="142875" y="193129"/>
                  <a:pt x="142875" y="186531"/>
                </a:cubicBezTo>
                <a:cubicBezTo>
                  <a:pt x="142875" y="179933"/>
                  <a:pt x="137567" y="174625"/>
                  <a:pt x="130969" y="174625"/>
                </a:cubicBezTo>
                <a:lnTo>
                  <a:pt x="59531" y="174625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38200" y="3124200"/>
            <a:ext cx="434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声明式应用管理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8200" y="3581400"/>
            <a:ext cx="4318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 Kubernetes </a:t>
            </a:r>
            <a:r>
              <a:rPr lang="en-US" sz="16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自定义资源 (CRDs)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定义 Spark 应用程序，使用 YAML 格式描述应用配置，实现基础设施即代码（IaC）。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02300" y="2044700"/>
            <a:ext cx="4851400" cy="2844800"/>
          </a:xfrm>
          <a:custGeom>
            <a:avLst/>
            <a:gdLst/>
            <a:ahLst/>
            <a:cxnLst/>
            <a:rect l="l" t="t" r="r" b="b"/>
            <a:pathLst>
              <a:path w="4851400" h="2844800">
                <a:moveTo>
                  <a:pt x="101588" y="0"/>
                </a:moveTo>
                <a:lnTo>
                  <a:pt x="4749812" y="0"/>
                </a:lnTo>
                <a:cubicBezTo>
                  <a:pt x="4805918" y="0"/>
                  <a:pt x="4851400" y="45482"/>
                  <a:pt x="4851400" y="101588"/>
                </a:cubicBezTo>
                <a:lnTo>
                  <a:pt x="4851400" y="2743212"/>
                </a:lnTo>
                <a:cubicBezTo>
                  <a:pt x="4851400" y="2799318"/>
                  <a:pt x="4805918" y="2844800"/>
                  <a:pt x="4749812" y="2844800"/>
                </a:cubicBezTo>
                <a:lnTo>
                  <a:pt x="101588" y="2844800"/>
                </a:lnTo>
                <a:cubicBezTo>
                  <a:pt x="45482" y="2844800"/>
                  <a:pt x="0" y="2799318"/>
                  <a:pt x="0" y="2743212"/>
                </a:cubicBezTo>
                <a:lnTo>
                  <a:pt x="0" y="101588"/>
                </a:lnTo>
                <a:cubicBezTo>
                  <a:pt x="0" y="45482"/>
                  <a:pt x="45482" y="0"/>
                  <a:pt x="101588" y="0"/>
                </a:cubicBezTo>
                <a:close/>
              </a:path>
            </a:pathLst>
          </a:cu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6019800" y="2362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197600" y="2540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158750"/>
                </a:moveTo>
                <a:lnTo>
                  <a:pt x="12154" y="158750"/>
                </a:lnTo>
                <a:cubicBezTo>
                  <a:pt x="-198" y="158750"/>
                  <a:pt x="-7789" y="145306"/>
                  <a:pt x="-1439" y="134689"/>
                </a:cubicBezTo>
                <a:lnTo>
                  <a:pt x="24805" y="90934"/>
                </a:lnTo>
                <a:cubicBezTo>
                  <a:pt x="29121" y="83741"/>
                  <a:pt x="36860" y="79375"/>
                  <a:pt x="45244" y="79375"/>
                </a:cubicBezTo>
                <a:lnTo>
                  <a:pt x="92373" y="79375"/>
                </a:lnTo>
                <a:cubicBezTo>
                  <a:pt x="130125" y="15429"/>
                  <a:pt x="186432" y="12204"/>
                  <a:pt x="224086" y="17711"/>
                </a:cubicBezTo>
                <a:cubicBezTo>
                  <a:pt x="230436" y="18653"/>
                  <a:pt x="235396" y="23614"/>
                  <a:pt x="236289" y="29914"/>
                </a:cubicBezTo>
                <a:cubicBezTo>
                  <a:pt x="241796" y="67568"/>
                  <a:pt x="238571" y="123875"/>
                  <a:pt x="174625" y="161627"/>
                </a:cubicBezTo>
                <a:lnTo>
                  <a:pt x="174625" y="208756"/>
                </a:lnTo>
                <a:cubicBezTo>
                  <a:pt x="174625" y="217140"/>
                  <a:pt x="170259" y="224879"/>
                  <a:pt x="163066" y="229195"/>
                </a:cubicBezTo>
                <a:lnTo>
                  <a:pt x="119311" y="255439"/>
                </a:lnTo>
                <a:cubicBezTo>
                  <a:pt x="108744" y="261789"/>
                  <a:pt x="95250" y="254149"/>
                  <a:pt x="95250" y="241846"/>
                </a:cubicBezTo>
                <a:lnTo>
                  <a:pt x="95250" y="190500"/>
                </a:lnTo>
                <a:cubicBezTo>
                  <a:pt x="95250" y="172988"/>
                  <a:pt x="81012" y="158750"/>
                  <a:pt x="63500" y="158750"/>
                </a:cubicBezTo>
                <a:lnTo>
                  <a:pt x="63450" y="158750"/>
                </a:lnTo>
                <a:close/>
                <a:moveTo>
                  <a:pt x="198438" y="79375"/>
                </a:moveTo>
                <a:cubicBezTo>
                  <a:pt x="198438" y="66233"/>
                  <a:pt x="187767" y="55563"/>
                  <a:pt x="174625" y="55563"/>
                </a:cubicBezTo>
                <a:cubicBezTo>
                  <a:pt x="161483" y="55563"/>
                  <a:pt x="150813" y="66233"/>
                  <a:pt x="150813" y="79375"/>
                </a:cubicBezTo>
                <a:cubicBezTo>
                  <a:pt x="150813" y="92517"/>
                  <a:pt x="161483" y="103188"/>
                  <a:pt x="174625" y="103188"/>
                </a:cubicBezTo>
                <a:cubicBezTo>
                  <a:pt x="187767" y="103188"/>
                  <a:pt x="198438" y="92517"/>
                  <a:pt x="198438" y="79375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019800" y="3124200"/>
            <a:ext cx="434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自动化任务提交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19800" y="3581400"/>
            <a:ext cx="4318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自动运行 </a:t>
            </a:r>
            <a:r>
              <a:rPr lang="en-US" sz="16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spark-submit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操作，简化应用程序部署流程，减少手动操作，降低运维复杂度。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883900" y="2044700"/>
            <a:ext cx="4851400" cy="2844800"/>
          </a:xfrm>
          <a:custGeom>
            <a:avLst/>
            <a:gdLst/>
            <a:ahLst/>
            <a:cxnLst/>
            <a:rect l="l" t="t" r="r" b="b"/>
            <a:pathLst>
              <a:path w="4851400" h="2844800">
                <a:moveTo>
                  <a:pt x="101588" y="0"/>
                </a:moveTo>
                <a:lnTo>
                  <a:pt x="4749812" y="0"/>
                </a:lnTo>
                <a:cubicBezTo>
                  <a:pt x="4805918" y="0"/>
                  <a:pt x="4851400" y="45482"/>
                  <a:pt x="4851400" y="101588"/>
                </a:cubicBezTo>
                <a:lnTo>
                  <a:pt x="4851400" y="2743212"/>
                </a:lnTo>
                <a:cubicBezTo>
                  <a:pt x="4851400" y="2799318"/>
                  <a:pt x="4805918" y="2844800"/>
                  <a:pt x="4749812" y="2844800"/>
                </a:cubicBezTo>
                <a:lnTo>
                  <a:pt x="101588" y="2844800"/>
                </a:lnTo>
                <a:cubicBezTo>
                  <a:pt x="45482" y="2844800"/>
                  <a:pt x="0" y="2799318"/>
                  <a:pt x="0" y="2743212"/>
                </a:cubicBezTo>
                <a:lnTo>
                  <a:pt x="0" y="101588"/>
                </a:lnTo>
                <a:cubicBezTo>
                  <a:pt x="0" y="45482"/>
                  <a:pt x="45482" y="0"/>
                  <a:pt x="101588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1201400" y="2362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1379200" y="2540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ubicBezTo>
                  <a:pt x="0" y="56907"/>
                  <a:pt x="56907" y="0"/>
                  <a:pt x="127000" y="0"/>
                </a:cubicBezTo>
                <a:close/>
                <a:moveTo>
                  <a:pt x="115094" y="59531"/>
                </a:moveTo>
                <a:lnTo>
                  <a:pt x="115094" y="127000"/>
                </a:lnTo>
                <a:cubicBezTo>
                  <a:pt x="115094" y="130969"/>
                  <a:pt x="117078" y="134689"/>
                  <a:pt x="120402" y="136922"/>
                </a:cubicBezTo>
                <a:lnTo>
                  <a:pt x="168027" y="168672"/>
                </a:lnTo>
                <a:cubicBezTo>
                  <a:pt x="173484" y="172343"/>
                  <a:pt x="180876" y="170855"/>
                  <a:pt x="184547" y="165348"/>
                </a:cubicBezTo>
                <a:cubicBezTo>
                  <a:pt x="188218" y="159841"/>
                  <a:pt x="186730" y="152499"/>
                  <a:pt x="181223" y="148828"/>
                </a:cubicBezTo>
                <a:lnTo>
                  <a:pt x="138906" y="120650"/>
                </a:lnTo>
                <a:lnTo>
                  <a:pt x="138906" y="59531"/>
                </a:lnTo>
                <a:cubicBezTo>
                  <a:pt x="138906" y="52933"/>
                  <a:pt x="133598" y="47625"/>
                  <a:pt x="127000" y="47625"/>
                </a:cubicBezTo>
                <a:cubicBezTo>
                  <a:pt x="120402" y="47625"/>
                  <a:pt x="115094" y="52933"/>
                  <a:pt x="115094" y="59531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1201400" y="3124200"/>
            <a:ext cx="434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原生定时任务支持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201400" y="3581400"/>
            <a:ext cx="4318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内置 </a:t>
            </a:r>
            <a:r>
              <a:rPr lang="en-US" sz="16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cron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支持，可调度周期性 Spark 作业，无需外部调度器，简化批处理任务管理。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0700" y="5219700"/>
            <a:ext cx="4851400" cy="2844800"/>
          </a:xfrm>
          <a:custGeom>
            <a:avLst/>
            <a:gdLst/>
            <a:ahLst/>
            <a:cxnLst/>
            <a:rect l="l" t="t" r="r" b="b"/>
            <a:pathLst>
              <a:path w="4851400" h="2844800">
                <a:moveTo>
                  <a:pt x="101588" y="0"/>
                </a:moveTo>
                <a:lnTo>
                  <a:pt x="4749812" y="0"/>
                </a:lnTo>
                <a:cubicBezTo>
                  <a:pt x="4805918" y="0"/>
                  <a:pt x="4851400" y="45482"/>
                  <a:pt x="4851400" y="101588"/>
                </a:cubicBezTo>
                <a:lnTo>
                  <a:pt x="4851400" y="2743212"/>
                </a:lnTo>
                <a:cubicBezTo>
                  <a:pt x="4851400" y="2799318"/>
                  <a:pt x="4805918" y="2844800"/>
                  <a:pt x="4749812" y="2844800"/>
                </a:cubicBezTo>
                <a:lnTo>
                  <a:pt x="101588" y="2844800"/>
                </a:lnTo>
                <a:cubicBezTo>
                  <a:pt x="45482" y="2844800"/>
                  <a:pt x="0" y="2799318"/>
                  <a:pt x="0" y="2743212"/>
                </a:cubicBezTo>
                <a:lnTo>
                  <a:pt x="0" y="101588"/>
                </a:lnTo>
                <a:cubicBezTo>
                  <a:pt x="0" y="45482"/>
                  <a:pt x="45482" y="0"/>
                  <a:pt x="101588" y="0"/>
                </a:cubicBezTo>
                <a:close/>
              </a:path>
            </a:pathLst>
          </a:cu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38200" y="5537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984250" y="57150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206325" y="104428"/>
                </a:moveTo>
                <a:cubicBezTo>
                  <a:pt x="212378" y="102791"/>
                  <a:pt x="218728" y="105668"/>
                  <a:pt x="221456" y="111274"/>
                </a:cubicBezTo>
                <a:lnTo>
                  <a:pt x="230684" y="129927"/>
                </a:lnTo>
                <a:cubicBezTo>
                  <a:pt x="235793" y="130621"/>
                  <a:pt x="240804" y="132011"/>
                  <a:pt x="245517" y="133945"/>
                </a:cubicBezTo>
                <a:lnTo>
                  <a:pt x="262880" y="122386"/>
                </a:lnTo>
                <a:cubicBezTo>
                  <a:pt x="268089" y="118914"/>
                  <a:pt x="274985" y="119608"/>
                  <a:pt x="279400" y="124023"/>
                </a:cubicBezTo>
                <a:lnTo>
                  <a:pt x="288925" y="133548"/>
                </a:lnTo>
                <a:cubicBezTo>
                  <a:pt x="293340" y="137964"/>
                  <a:pt x="294035" y="144909"/>
                  <a:pt x="290562" y="150068"/>
                </a:cubicBezTo>
                <a:lnTo>
                  <a:pt x="279003" y="167382"/>
                </a:lnTo>
                <a:cubicBezTo>
                  <a:pt x="279946" y="169714"/>
                  <a:pt x="280789" y="172145"/>
                  <a:pt x="281484" y="174675"/>
                </a:cubicBezTo>
                <a:cubicBezTo>
                  <a:pt x="282178" y="177205"/>
                  <a:pt x="282625" y="179685"/>
                  <a:pt x="282972" y="182215"/>
                </a:cubicBezTo>
                <a:lnTo>
                  <a:pt x="301675" y="191443"/>
                </a:lnTo>
                <a:cubicBezTo>
                  <a:pt x="307280" y="194221"/>
                  <a:pt x="310158" y="200571"/>
                  <a:pt x="308521" y="206573"/>
                </a:cubicBezTo>
                <a:lnTo>
                  <a:pt x="305048" y="219571"/>
                </a:lnTo>
                <a:cubicBezTo>
                  <a:pt x="303411" y="225574"/>
                  <a:pt x="297805" y="229642"/>
                  <a:pt x="291554" y="229245"/>
                </a:cubicBezTo>
                <a:lnTo>
                  <a:pt x="270718" y="227905"/>
                </a:lnTo>
                <a:cubicBezTo>
                  <a:pt x="267593" y="231924"/>
                  <a:pt x="263971" y="235645"/>
                  <a:pt x="259854" y="238820"/>
                </a:cubicBezTo>
                <a:lnTo>
                  <a:pt x="261193" y="259606"/>
                </a:lnTo>
                <a:cubicBezTo>
                  <a:pt x="261590" y="265857"/>
                  <a:pt x="257522" y="271512"/>
                  <a:pt x="251520" y="273100"/>
                </a:cubicBezTo>
                <a:lnTo>
                  <a:pt x="238522" y="276572"/>
                </a:lnTo>
                <a:cubicBezTo>
                  <a:pt x="232470" y="278209"/>
                  <a:pt x="226169" y="275332"/>
                  <a:pt x="223391" y="269726"/>
                </a:cubicBezTo>
                <a:lnTo>
                  <a:pt x="214164" y="251073"/>
                </a:lnTo>
                <a:cubicBezTo>
                  <a:pt x="209054" y="250379"/>
                  <a:pt x="204043" y="248989"/>
                  <a:pt x="199330" y="247055"/>
                </a:cubicBezTo>
                <a:lnTo>
                  <a:pt x="181967" y="258614"/>
                </a:lnTo>
                <a:cubicBezTo>
                  <a:pt x="176758" y="262086"/>
                  <a:pt x="169863" y="261392"/>
                  <a:pt x="165447" y="256977"/>
                </a:cubicBezTo>
                <a:lnTo>
                  <a:pt x="155922" y="247452"/>
                </a:lnTo>
                <a:cubicBezTo>
                  <a:pt x="151507" y="243036"/>
                  <a:pt x="150813" y="236141"/>
                  <a:pt x="154285" y="230932"/>
                </a:cubicBezTo>
                <a:lnTo>
                  <a:pt x="165844" y="213568"/>
                </a:lnTo>
                <a:cubicBezTo>
                  <a:pt x="164902" y="211237"/>
                  <a:pt x="164058" y="208806"/>
                  <a:pt x="163364" y="206276"/>
                </a:cubicBezTo>
                <a:cubicBezTo>
                  <a:pt x="162669" y="203746"/>
                  <a:pt x="162223" y="201216"/>
                  <a:pt x="161875" y="198735"/>
                </a:cubicBezTo>
                <a:lnTo>
                  <a:pt x="143173" y="189508"/>
                </a:lnTo>
                <a:cubicBezTo>
                  <a:pt x="137567" y="186730"/>
                  <a:pt x="134739" y="180380"/>
                  <a:pt x="136327" y="174377"/>
                </a:cubicBezTo>
                <a:lnTo>
                  <a:pt x="139799" y="161379"/>
                </a:lnTo>
                <a:cubicBezTo>
                  <a:pt x="141436" y="155377"/>
                  <a:pt x="147042" y="151309"/>
                  <a:pt x="153293" y="151705"/>
                </a:cubicBezTo>
                <a:lnTo>
                  <a:pt x="174079" y="153045"/>
                </a:lnTo>
                <a:cubicBezTo>
                  <a:pt x="177205" y="149027"/>
                  <a:pt x="180826" y="145306"/>
                  <a:pt x="184944" y="142131"/>
                </a:cubicBezTo>
                <a:lnTo>
                  <a:pt x="183604" y="121394"/>
                </a:lnTo>
                <a:cubicBezTo>
                  <a:pt x="183207" y="115143"/>
                  <a:pt x="187275" y="109488"/>
                  <a:pt x="193278" y="107900"/>
                </a:cubicBezTo>
                <a:lnTo>
                  <a:pt x="206276" y="104428"/>
                </a:lnTo>
                <a:close/>
                <a:moveTo>
                  <a:pt x="222448" y="168672"/>
                </a:moveTo>
                <a:cubicBezTo>
                  <a:pt x="210401" y="168686"/>
                  <a:pt x="200631" y="178478"/>
                  <a:pt x="200645" y="190525"/>
                </a:cubicBezTo>
                <a:cubicBezTo>
                  <a:pt x="200659" y="202572"/>
                  <a:pt x="210451" y="212342"/>
                  <a:pt x="222498" y="212328"/>
                </a:cubicBezTo>
                <a:cubicBezTo>
                  <a:pt x="234545" y="212314"/>
                  <a:pt x="244315" y="202522"/>
                  <a:pt x="244301" y="190475"/>
                </a:cubicBezTo>
                <a:cubicBezTo>
                  <a:pt x="244288" y="178428"/>
                  <a:pt x="234496" y="168658"/>
                  <a:pt x="222448" y="168672"/>
                </a:cubicBezTo>
                <a:close/>
                <a:moveTo>
                  <a:pt x="111571" y="-22572"/>
                </a:moveTo>
                <a:lnTo>
                  <a:pt x="124569" y="-19100"/>
                </a:lnTo>
                <a:cubicBezTo>
                  <a:pt x="130572" y="-17462"/>
                  <a:pt x="134640" y="-11807"/>
                  <a:pt x="134243" y="-5606"/>
                </a:cubicBezTo>
                <a:lnTo>
                  <a:pt x="132904" y="15131"/>
                </a:lnTo>
                <a:cubicBezTo>
                  <a:pt x="137021" y="18306"/>
                  <a:pt x="140643" y="21977"/>
                  <a:pt x="143768" y="26045"/>
                </a:cubicBezTo>
                <a:lnTo>
                  <a:pt x="164604" y="24705"/>
                </a:lnTo>
                <a:cubicBezTo>
                  <a:pt x="170805" y="24309"/>
                  <a:pt x="176461" y="28377"/>
                  <a:pt x="178098" y="34379"/>
                </a:cubicBezTo>
                <a:lnTo>
                  <a:pt x="181570" y="47377"/>
                </a:lnTo>
                <a:cubicBezTo>
                  <a:pt x="183158" y="53380"/>
                  <a:pt x="180330" y="59730"/>
                  <a:pt x="174724" y="62508"/>
                </a:cubicBezTo>
                <a:lnTo>
                  <a:pt x="156021" y="71735"/>
                </a:lnTo>
                <a:cubicBezTo>
                  <a:pt x="155674" y="74265"/>
                  <a:pt x="155178" y="76795"/>
                  <a:pt x="154533" y="79276"/>
                </a:cubicBezTo>
                <a:cubicBezTo>
                  <a:pt x="153888" y="81756"/>
                  <a:pt x="152995" y="84237"/>
                  <a:pt x="152053" y="86568"/>
                </a:cubicBezTo>
                <a:lnTo>
                  <a:pt x="163612" y="103932"/>
                </a:lnTo>
                <a:cubicBezTo>
                  <a:pt x="167084" y="109141"/>
                  <a:pt x="166390" y="116036"/>
                  <a:pt x="161975" y="120452"/>
                </a:cubicBezTo>
                <a:lnTo>
                  <a:pt x="152450" y="129977"/>
                </a:lnTo>
                <a:cubicBezTo>
                  <a:pt x="148034" y="134392"/>
                  <a:pt x="141139" y="135086"/>
                  <a:pt x="135930" y="131614"/>
                </a:cubicBezTo>
                <a:lnTo>
                  <a:pt x="118566" y="120055"/>
                </a:lnTo>
                <a:cubicBezTo>
                  <a:pt x="113854" y="121989"/>
                  <a:pt x="108843" y="123379"/>
                  <a:pt x="103733" y="124073"/>
                </a:cubicBezTo>
                <a:lnTo>
                  <a:pt x="94506" y="142726"/>
                </a:lnTo>
                <a:cubicBezTo>
                  <a:pt x="91728" y="148332"/>
                  <a:pt x="85378" y="151160"/>
                  <a:pt x="79375" y="149572"/>
                </a:cubicBezTo>
                <a:lnTo>
                  <a:pt x="66377" y="146100"/>
                </a:lnTo>
                <a:cubicBezTo>
                  <a:pt x="60325" y="144463"/>
                  <a:pt x="56307" y="138807"/>
                  <a:pt x="56704" y="132606"/>
                </a:cubicBezTo>
                <a:lnTo>
                  <a:pt x="58043" y="111820"/>
                </a:lnTo>
                <a:cubicBezTo>
                  <a:pt x="53925" y="108645"/>
                  <a:pt x="50304" y="104973"/>
                  <a:pt x="47179" y="100905"/>
                </a:cubicBezTo>
                <a:lnTo>
                  <a:pt x="26343" y="102245"/>
                </a:lnTo>
                <a:cubicBezTo>
                  <a:pt x="20141" y="102642"/>
                  <a:pt x="14486" y="98574"/>
                  <a:pt x="12849" y="92571"/>
                </a:cubicBezTo>
                <a:lnTo>
                  <a:pt x="9376" y="79573"/>
                </a:lnTo>
                <a:cubicBezTo>
                  <a:pt x="7789" y="73571"/>
                  <a:pt x="10616" y="67221"/>
                  <a:pt x="16222" y="64443"/>
                </a:cubicBezTo>
                <a:lnTo>
                  <a:pt x="34925" y="55215"/>
                </a:lnTo>
                <a:cubicBezTo>
                  <a:pt x="35272" y="52685"/>
                  <a:pt x="35768" y="50205"/>
                  <a:pt x="36413" y="47675"/>
                </a:cubicBezTo>
                <a:cubicBezTo>
                  <a:pt x="37108" y="45145"/>
                  <a:pt x="37902" y="42714"/>
                  <a:pt x="38894" y="40382"/>
                </a:cubicBezTo>
                <a:lnTo>
                  <a:pt x="27335" y="23068"/>
                </a:lnTo>
                <a:cubicBezTo>
                  <a:pt x="23862" y="17859"/>
                  <a:pt x="24557" y="10964"/>
                  <a:pt x="28972" y="6548"/>
                </a:cubicBezTo>
                <a:lnTo>
                  <a:pt x="38497" y="-2977"/>
                </a:lnTo>
                <a:cubicBezTo>
                  <a:pt x="42912" y="-7392"/>
                  <a:pt x="49808" y="-8086"/>
                  <a:pt x="55017" y="-4614"/>
                </a:cubicBezTo>
                <a:lnTo>
                  <a:pt x="72380" y="6945"/>
                </a:lnTo>
                <a:cubicBezTo>
                  <a:pt x="77093" y="5011"/>
                  <a:pt x="82104" y="3621"/>
                  <a:pt x="87213" y="2927"/>
                </a:cubicBezTo>
                <a:lnTo>
                  <a:pt x="96441" y="-15726"/>
                </a:lnTo>
                <a:cubicBezTo>
                  <a:pt x="99219" y="-21332"/>
                  <a:pt x="105519" y="-24160"/>
                  <a:pt x="111571" y="-22572"/>
                </a:cubicBezTo>
                <a:close/>
                <a:moveTo>
                  <a:pt x="95448" y="41672"/>
                </a:moveTo>
                <a:cubicBezTo>
                  <a:pt x="83401" y="41672"/>
                  <a:pt x="73620" y="51453"/>
                  <a:pt x="73620" y="63500"/>
                </a:cubicBezTo>
                <a:cubicBezTo>
                  <a:pt x="73620" y="75547"/>
                  <a:pt x="83401" y="85328"/>
                  <a:pt x="95448" y="85328"/>
                </a:cubicBezTo>
                <a:cubicBezTo>
                  <a:pt x="107496" y="85328"/>
                  <a:pt x="117277" y="75547"/>
                  <a:pt x="117277" y="63500"/>
                </a:cubicBezTo>
                <a:cubicBezTo>
                  <a:pt x="117277" y="51453"/>
                  <a:pt x="107496" y="41672"/>
                  <a:pt x="95448" y="41672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38200" y="6299200"/>
            <a:ext cx="434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高级 Pod 定制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8200" y="6756400"/>
            <a:ext cx="4318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 </a:t>
            </a:r>
            <a:r>
              <a:rPr lang="en-US" sz="16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Mutating Admission Webhook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支持复杂的 Pod 配置，如节点亲和性、容忍度、环境变量等。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02300" y="5219700"/>
            <a:ext cx="4851400" cy="2844800"/>
          </a:xfrm>
          <a:custGeom>
            <a:avLst/>
            <a:gdLst/>
            <a:ahLst/>
            <a:cxnLst/>
            <a:rect l="l" t="t" r="r" b="b"/>
            <a:pathLst>
              <a:path w="4851400" h="2844800">
                <a:moveTo>
                  <a:pt x="101588" y="0"/>
                </a:moveTo>
                <a:lnTo>
                  <a:pt x="4749812" y="0"/>
                </a:lnTo>
                <a:cubicBezTo>
                  <a:pt x="4805918" y="0"/>
                  <a:pt x="4851400" y="45482"/>
                  <a:pt x="4851400" y="101588"/>
                </a:cubicBezTo>
                <a:lnTo>
                  <a:pt x="4851400" y="2743212"/>
                </a:lnTo>
                <a:cubicBezTo>
                  <a:pt x="4851400" y="2799318"/>
                  <a:pt x="4805918" y="2844800"/>
                  <a:pt x="4749812" y="2844800"/>
                </a:cubicBezTo>
                <a:lnTo>
                  <a:pt x="101588" y="2844800"/>
                </a:lnTo>
                <a:cubicBezTo>
                  <a:pt x="45482" y="2844800"/>
                  <a:pt x="0" y="2799318"/>
                  <a:pt x="0" y="2743212"/>
                </a:cubicBezTo>
                <a:lnTo>
                  <a:pt x="0" y="101588"/>
                </a:lnTo>
                <a:cubicBezTo>
                  <a:pt x="0" y="45482"/>
                  <a:pt x="45482" y="0"/>
                  <a:pt x="101588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019800" y="5537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197600" y="5715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16644" y="37058"/>
                </a:moveTo>
                <a:lnTo>
                  <a:pt x="222250" y="42366"/>
                </a:lnTo>
                <a:lnTo>
                  <a:pt x="222250" y="15875"/>
                </a:lnTo>
                <a:cubicBezTo>
                  <a:pt x="222250" y="7094"/>
                  <a:pt x="229344" y="0"/>
                  <a:pt x="238125" y="0"/>
                </a:cubicBezTo>
                <a:cubicBezTo>
                  <a:pt x="246906" y="0"/>
                  <a:pt x="254000" y="7094"/>
                  <a:pt x="254000" y="15875"/>
                </a:cubicBezTo>
                <a:lnTo>
                  <a:pt x="254000" y="79375"/>
                </a:lnTo>
                <a:cubicBezTo>
                  <a:pt x="254000" y="88156"/>
                  <a:pt x="246906" y="95250"/>
                  <a:pt x="238125" y="95250"/>
                </a:cubicBezTo>
                <a:lnTo>
                  <a:pt x="174625" y="95250"/>
                </a:lnTo>
                <a:cubicBezTo>
                  <a:pt x="165844" y="95250"/>
                  <a:pt x="158750" y="88156"/>
                  <a:pt x="158750" y="79375"/>
                </a:cubicBezTo>
                <a:cubicBezTo>
                  <a:pt x="158750" y="70594"/>
                  <a:pt x="165844" y="63500"/>
                  <a:pt x="174625" y="63500"/>
                </a:cubicBezTo>
                <a:lnTo>
                  <a:pt x="198388" y="63500"/>
                </a:lnTo>
                <a:lnTo>
                  <a:pt x="194618" y="59928"/>
                </a:lnTo>
                <a:cubicBezTo>
                  <a:pt x="194518" y="59829"/>
                  <a:pt x="194419" y="59730"/>
                  <a:pt x="194320" y="59630"/>
                </a:cubicBezTo>
                <a:cubicBezTo>
                  <a:pt x="157113" y="22423"/>
                  <a:pt x="96837" y="22423"/>
                  <a:pt x="59630" y="59630"/>
                </a:cubicBezTo>
                <a:cubicBezTo>
                  <a:pt x="22423" y="96837"/>
                  <a:pt x="22423" y="157113"/>
                  <a:pt x="59630" y="194320"/>
                </a:cubicBezTo>
                <a:cubicBezTo>
                  <a:pt x="96837" y="231527"/>
                  <a:pt x="157113" y="231527"/>
                  <a:pt x="194320" y="194320"/>
                </a:cubicBezTo>
                <a:cubicBezTo>
                  <a:pt x="198388" y="190252"/>
                  <a:pt x="202009" y="185936"/>
                  <a:pt x="205184" y="181372"/>
                </a:cubicBezTo>
                <a:cubicBezTo>
                  <a:pt x="210195" y="174179"/>
                  <a:pt x="220117" y="172442"/>
                  <a:pt x="227310" y="177453"/>
                </a:cubicBezTo>
                <a:cubicBezTo>
                  <a:pt x="234504" y="182463"/>
                  <a:pt x="236240" y="192385"/>
                  <a:pt x="231229" y="199579"/>
                </a:cubicBezTo>
                <a:cubicBezTo>
                  <a:pt x="227012" y="205631"/>
                  <a:pt x="222200" y="211386"/>
                  <a:pt x="216793" y="216793"/>
                </a:cubicBezTo>
                <a:cubicBezTo>
                  <a:pt x="167184" y="266402"/>
                  <a:pt x="86767" y="266402"/>
                  <a:pt x="37207" y="216793"/>
                </a:cubicBezTo>
                <a:cubicBezTo>
                  <a:pt x="-12353" y="167184"/>
                  <a:pt x="-12402" y="86816"/>
                  <a:pt x="37207" y="37207"/>
                </a:cubicBezTo>
                <a:cubicBezTo>
                  <a:pt x="86767" y="-12353"/>
                  <a:pt x="167035" y="-12402"/>
                  <a:pt x="216644" y="37058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019800" y="6299200"/>
            <a:ext cx="434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自动重启策略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19800" y="6756400"/>
            <a:ext cx="4318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支持配置化的应用程序</a:t>
            </a:r>
            <a:r>
              <a:rPr lang="en-US" sz="16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重启策略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，包括失败重试次数、重试间隔等，提升作业可靠性。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883900" y="5219700"/>
            <a:ext cx="4851400" cy="2844800"/>
          </a:xfrm>
          <a:custGeom>
            <a:avLst/>
            <a:gdLst/>
            <a:ahLst/>
            <a:cxnLst/>
            <a:rect l="l" t="t" r="r" b="b"/>
            <a:pathLst>
              <a:path w="4851400" h="2844800">
                <a:moveTo>
                  <a:pt x="101588" y="0"/>
                </a:moveTo>
                <a:lnTo>
                  <a:pt x="4749812" y="0"/>
                </a:lnTo>
                <a:cubicBezTo>
                  <a:pt x="4805918" y="0"/>
                  <a:pt x="4851400" y="45482"/>
                  <a:pt x="4851400" y="101588"/>
                </a:cubicBezTo>
                <a:lnTo>
                  <a:pt x="4851400" y="2743212"/>
                </a:lnTo>
                <a:cubicBezTo>
                  <a:pt x="4851400" y="2799318"/>
                  <a:pt x="4805918" y="2844800"/>
                  <a:pt x="4749812" y="2844800"/>
                </a:cubicBezTo>
                <a:lnTo>
                  <a:pt x="101588" y="2844800"/>
                </a:lnTo>
                <a:cubicBezTo>
                  <a:pt x="45482" y="2844800"/>
                  <a:pt x="0" y="2799318"/>
                  <a:pt x="0" y="2743212"/>
                </a:cubicBezTo>
                <a:lnTo>
                  <a:pt x="0" y="101588"/>
                </a:lnTo>
                <a:cubicBezTo>
                  <a:pt x="0" y="45482"/>
                  <a:pt x="45482" y="0"/>
                  <a:pt x="101588" y="0"/>
                </a:cubicBezTo>
                <a:close/>
              </a:path>
            </a:pathLst>
          </a:cu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11201400" y="5537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11379200" y="5715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31750" y="22969"/>
                  <a:pt x="24656" y="15875"/>
                  <a:pt x="15875" y="15875"/>
                </a:cubicBezTo>
                <a:cubicBezTo>
                  <a:pt x="7094" y="15875"/>
                  <a:pt x="0" y="22969"/>
                  <a:pt x="0" y="31750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38125" y="238125"/>
                </a:lnTo>
                <a:cubicBezTo>
                  <a:pt x="246906" y="238125"/>
                  <a:pt x="254000" y="231031"/>
                  <a:pt x="254000" y="222250"/>
                </a:cubicBezTo>
                <a:cubicBezTo>
                  <a:pt x="254000" y="213469"/>
                  <a:pt x="246906" y="206375"/>
                  <a:pt x="238125" y="206375"/>
                </a:cubicBezTo>
                <a:lnTo>
                  <a:pt x="39688" y="206375"/>
                </a:lnTo>
                <a:cubicBezTo>
                  <a:pt x="35322" y="206375"/>
                  <a:pt x="31750" y="202803"/>
                  <a:pt x="31750" y="198438"/>
                </a:cubicBezTo>
                <a:lnTo>
                  <a:pt x="31750" y="31750"/>
                </a:lnTo>
                <a:close/>
                <a:moveTo>
                  <a:pt x="233462" y="74712"/>
                </a:moveTo>
                <a:cubicBezTo>
                  <a:pt x="239663" y="68511"/>
                  <a:pt x="239663" y="58440"/>
                  <a:pt x="233462" y="52239"/>
                </a:cubicBezTo>
                <a:cubicBezTo>
                  <a:pt x="227261" y="46037"/>
                  <a:pt x="217190" y="46037"/>
                  <a:pt x="210989" y="52239"/>
                </a:cubicBezTo>
                <a:lnTo>
                  <a:pt x="158750" y="104527"/>
                </a:lnTo>
                <a:lnTo>
                  <a:pt x="130274" y="76101"/>
                </a:lnTo>
                <a:cubicBezTo>
                  <a:pt x="124073" y="69900"/>
                  <a:pt x="114002" y="69900"/>
                  <a:pt x="107801" y="76101"/>
                </a:cubicBezTo>
                <a:lnTo>
                  <a:pt x="60176" y="123726"/>
                </a:lnTo>
                <a:cubicBezTo>
                  <a:pt x="53975" y="129927"/>
                  <a:pt x="53975" y="139998"/>
                  <a:pt x="60176" y="146199"/>
                </a:cubicBezTo>
                <a:cubicBezTo>
                  <a:pt x="66377" y="152400"/>
                  <a:pt x="76448" y="152400"/>
                  <a:pt x="82649" y="146199"/>
                </a:cubicBezTo>
                <a:lnTo>
                  <a:pt x="119063" y="109786"/>
                </a:lnTo>
                <a:lnTo>
                  <a:pt x="147538" y="138261"/>
                </a:lnTo>
                <a:cubicBezTo>
                  <a:pt x="153739" y="144463"/>
                  <a:pt x="163810" y="144463"/>
                  <a:pt x="170011" y="138261"/>
                </a:cubicBezTo>
                <a:lnTo>
                  <a:pt x="233511" y="74761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1201400" y="6299200"/>
            <a:ext cx="434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Prometheus 监控集成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201400" y="6756400"/>
            <a:ext cx="4318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支持应用程序级别和 Executor 级别的</a:t>
            </a:r>
            <a:r>
              <a:rPr lang="en-US" sz="16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指标导出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，与 Prometheus、Grafana 无缝集成。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DESIGN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架构设计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20700" y="2044700"/>
            <a:ext cx="15214600" cy="1651000"/>
          </a:xfrm>
          <a:custGeom>
            <a:avLst/>
            <a:gdLst/>
            <a:ahLst/>
            <a:cxnLst/>
            <a:rect l="l" t="t" r="r" b="b"/>
            <a:pathLst>
              <a:path w="15214600" h="1651000">
                <a:moveTo>
                  <a:pt x="101603" y="0"/>
                </a:moveTo>
                <a:lnTo>
                  <a:pt x="15112997" y="0"/>
                </a:lnTo>
                <a:cubicBezTo>
                  <a:pt x="15169111" y="0"/>
                  <a:pt x="15214600" y="45489"/>
                  <a:pt x="15214600" y="101603"/>
                </a:cubicBezTo>
                <a:lnTo>
                  <a:pt x="15214600" y="1549397"/>
                </a:lnTo>
                <a:cubicBezTo>
                  <a:pt x="15214600" y="1605511"/>
                  <a:pt x="15169111" y="1651000"/>
                  <a:pt x="15112997" y="1651000"/>
                </a:cubicBezTo>
                <a:lnTo>
                  <a:pt x="101603" y="1651000"/>
                </a:lnTo>
                <a:cubicBezTo>
                  <a:pt x="45489" y="1651000"/>
                  <a:pt x="0" y="1605511"/>
                  <a:pt x="0" y="15493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F6AD55">
                  <a:alpha val="20000"/>
                </a:srgbClr>
              </a:gs>
            </a:gsLst>
            <a:lin ang="2700000" scaled="1"/>
          </a:gra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38200" y="2362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01600" y="0"/>
                </a:moveTo>
                <a:lnTo>
                  <a:pt x="711200" y="0"/>
                </a:lnTo>
                <a:cubicBezTo>
                  <a:pt x="767275" y="0"/>
                  <a:pt x="812800" y="45525"/>
                  <a:pt x="812800" y="101600"/>
                </a:cubicBezTo>
                <a:lnTo>
                  <a:pt x="812800" y="711200"/>
                </a:lnTo>
                <a:cubicBezTo>
                  <a:pt x="812800" y="767275"/>
                  <a:pt x="767275" y="812800"/>
                  <a:pt x="7112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057275" y="2578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42875" y="47625"/>
                </a:moveTo>
                <a:cubicBezTo>
                  <a:pt x="142875" y="34454"/>
                  <a:pt x="153516" y="23812"/>
                  <a:pt x="166688" y="23812"/>
                </a:cubicBezTo>
                <a:lnTo>
                  <a:pt x="214313" y="23812"/>
                </a:lnTo>
                <a:cubicBezTo>
                  <a:pt x="227484" y="23812"/>
                  <a:pt x="238125" y="34454"/>
                  <a:pt x="238125" y="47625"/>
                </a:cubicBezTo>
                <a:lnTo>
                  <a:pt x="238125" y="95250"/>
                </a:lnTo>
                <a:cubicBezTo>
                  <a:pt x="238125" y="108421"/>
                  <a:pt x="227484" y="119063"/>
                  <a:pt x="214313" y="119063"/>
                </a:cubicBezTo>
                <a:lnTo>
                  <a:pt x="208359" y="119063"/>
                </a:lnTo>
                <a:lnTo>
                  <a:pt x="208359" y="166688"/>
                </a:lnTo>
                <a:lnTo>
                  <a:pt x="297656" y="166688"/>
                </a:lnTo>
                <a:cubicBezTo>
                  <a:pt x="327273" y="166688"/>
                  <a:pt x="351234" y="190649"/>
                  <a:pt x="351234" y="220266"/>
                </a:cubicBezTo>
                <a:lnTo>
                  <a:pt x="351234" y="261938"/>
                </a:lnTo>
                <a:lnTo>
                  <a:pt x="357188" y="261938"/>
                </a:lnTo>
                <a:cubicBezTo>
                  <a:pt x="370359" y="261938"/>
                  <a:pt x="381000" y="272579"/>
                  <a:pt x="381000" y="285750"/>
                </a:cubicBezTo>
                <a:lnTo>
                  <a:pt x="381000" y="333375"/>
                </a:lnTo>
                <a:cubicBezTo>
                  <a:pt x="381000" y="346546"/>
                  <a:pt x="370359" y="357188"/>
                  <a:pt x="357188" y="357188"/>
                </a:cubicBezTo>
                <a:lnTo>
                  <a:pt x="309563" y="357188"/>
                </a:lnTo>
                <a:cubicBezTo>
                  <a:pt x="296391" y="357188"/>
                  <a:pt x="285750" y="346546"/>
                  <a:pt x="285750" y="333375"/>
                </a:cubicBezTo>
                <a:lnTo>
                  <a:pt x="285750" y="285750"/>
                </a:lnTo>
                <a:cubicBezTo>
                  <a:pt x="285750" y="272579"/>
                  <a:pt x="296391" y="261938"/>
                  <a:pt x="309563" y="261938"/>
                </a:cubicBezTo>
                <a:lnTo>
                  <a:pt x="315516" y="261938"/>
                </a:lnTo>
                <a:lnTo>
                  <a:pt x="315516" y="220266"/>
                </a:lnTo>
                <a:cubicBezTo>
                  <a:pt x="315516" y="210369"/>
                  <a:pt x="307553" y="202406"/>
                  <a:pt x="297656" y="202406"/>
                </a:cubicBezTo>
                <a:lnTo>
                  <a:pt x="208359" y="202406"/>
                </a:lnTo>
                <a:lnTo>
                  <a:pt x="208359" y="261938"/>
                </a:lnTo>
                <a:lnTo>
                  <a:pt x="214313" y="261938"/>
                </a:lnTo>
                <a:cubicBezTo>
                  <a:pt x="227484" y="261938"/>
                  <a:pt x="238125" y="272579"/>
                  <a:pt x="238125" y="285750"/>
                </a:cubicBezTo>
                <a:lnTo>
                  <a:pt x="238125" y="333375"/>
                </a:lnTo>
                <a:cubicBezTo>
                  <a:pt x="238125" y="346546"/>
                  <a:pt x="227484" y="357188"/>
                  <a:pt x="214313" y="357188"/>
                </a:cubicBezTo>
                <a:lnTo>
                  <a:pt x="166688" y="357188"/>
                </a:lnTo>
                <a:cubicBezTo>
                  <a:pt x="153516" y="357188"/>
                  <a:pt x="142875" y="346546"/>
                  <a:pt x="142875" y="333375"/>
                </a:cubicBezTo>
                <a:lnTo>
                  <a:pt x="142875" y="285750"/>
                </a:lnTo>
                <a:cubicBezTo>
                  <a:pt x="142875" y="272579"/>
                  <a:pt x="153516" y="261938"/>
                  <a:pt x="166688" y="261938"/>
                </a:cubicBezTo>
                <a:lnTo>
                  <a:pt x="172641" y="261938"/>
                </a:lnTo>
                <a:lnTo>
                  <a:pt x="172641" y="202406"/>
                </a:lnTo>
                <a:lnTo>
                  <a:pt x="83344" y="202406"/>
                </a:lnTo>
                <a:cubicBezTo>
                  <a:pt x="73447" y="202406"/>
                  <a:pt x="65484" y="210369"/>
                  <a:pt x="65484" y="220266"/>
                </a:cubicBezTo>
                <a:lnTo>
                  <a:pt x="65484" y="261938"/>
                </a:lnTo>
                <a:lnTo>
                  <a:pt x="71438" y="261938"/>
                </a:lnTo>
                <a:cubicBezTo>
                  <a:pt x="84609" y="261938"/>
                  <a:pt x="95250" y="272579"/>
                  <a:pt x="95250" y="285750"/>
                </a:cubicBezTo>
                <a:lnTo>
                  <a:pt x="95250" y="333375"/>
                </a:lnTo>
                <a:cubicBezTo>
                  <a:pt x="95250" y="346546"/>
                  <a:pt x="84609" y="357188"/>
                  <a:pt x="71438" y="357188"/>
                </a:cubicBezTo>
                <a:lnTo>
                  <a:pt x="23812" y="357188"/>
                </a:lnTo>
                <a:cubicBezTo>
                  <a:pt x="10641" y="357188"/>
                  <a:pt x="0" y="346546"/>
                  <a:pt x="0" y="333375"/>
                </a:cubicBezTo>
                <a:lnTo>
                  <a:pt x="0" y="285750"/>
                </a:lnTo>
                <a:cubicBezTo>
                  <a:pt x="0" y="272579"/>
                  <a:pt x="10641" y="261938"/>
                  <a:pt x="23812" y="261938"/>
                </a:cubicBezTo>
                <a:lnTo>
                  <a:pt x="29766" y="261938"/>
                </a:lnTo>
                <a:lnTo>
                  <a:pt x="29766" y="220266"/>
                </a:lnTo>
                <a:cubicBezTo>
                  <a:pt x="29766" y="190649"/>
                  <a:pt x="53727" y="166688"/>
                  <a:pt x="83344" y="166688"/>
                </a:cubicBezTo>
                <a:lnTo>
                  <a:pt x="172641" y="166688"/>
                </a:lnTo>
                <a:lnTo>
                  <a:pt x="172641" y="119063"/>
                </a:lnTo>
                <a:lnTo>
                  <a:pt x="166688" y="119063"/>
                </a:lnTo>
                <a:cubicBezTo>
                  <a:pt x="153516" y="119063"/>
                  <a:pt x="142875" y="108421"/>
                  <a:pt x="142875" y="95250"/>
                </a:cubicBezTo>
                <a:lnTo>
                  <a:pt x="142875" y="47625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854200" y="2387600"/>
            <a:ext cx="5816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标准 Kubernetes Operator 模式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54200" y="2844800"/>
            <a:ext cx="576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采用成熟的 Operator 设计模式，实现声明式的 Spark 应用管理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3400" y="4013200"/>
            <a:ext cx="7442200" cy="1930400"/>
          </a:xfrm>
          <a:custGeom>
            <a:avLst/>
            <a:gdLst/>
            <a:ahLst/>
            <a:cxnLst/>
            <a:rect l="l" t="t" r="r" b="b"/>
            <a:pathLst>
              <a:path w="7442200" h="1930400">
                <a:moveTo>
                  <a:pt x="50800" y="0"/>
                </a:moveTo>
                <a:lnTo>
                  <a:pt x="7340603" y="0"/>
                </a:lnTo>
                <a:cubicBezTo>
                  <a:pt x="7396713" y="0"/>
                  <a:pt x="7442200" y="45487"/>
                  <a:pt x="7442200" y="101597"/>
                </a:cubicBezTo>
                <a:lnTo>
                  <a:pt x="7442200" y="1828803"/>
                </a:lnTo>
                <a:cubicBezTo>
                  <a:pt x="7442200" y="1884913"/>
                  <a:pt x="7396713" y="1930400"/>
                  <a:pt x="7340603" y="1930400"/>
                </a:cubicBezTo>
                <a:lnTo>
                  <a:pt x="50800" y="1930400"/>
                </a:lnTo>
                <a:cubicBezTo>
                  <a:pt x="22744" y="1930400"/>
                  <a:pt x="0" y="1907656"/>
                  <a:pt x="0" y="187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33400" y="4013200"/>
            <a:ext cx="50800" cy="1930400"/>
          </a:xfrm>
          <a:custGeom>
            <a:avLst/>
            <a:gdLst/>
            <a:ahLst/>
            <a:cxnLst/>
            <a:rect l="l" t="t" r="r" b="b"/>
            <a:pathLst>
              <a:path w="50800" h="1930400">
                <a:moveTo>
                  <a:pt x="50800" y="0"/>
                </a:moveTo>
                <a:lnTo>
                  <a:pt x="50800" y="0"/>
                </a:lnTo>
                <a:lnTo>
                  <a:pt x="50800" y="1930400"/>
                </a:lnTo>
                <a:lnTo>
                  <a:pt x="50800" y="1930400"/>
                </a:lnTo>
                <a:cubicBezTo>
                  <a:pt x="22763" y="1930400"/>
                  <a:pt x="0" y="1907637"/>
                  <a:pt x="0" y="187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863600" y="431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1057275" y="44958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22250" y="102096"/>
                </a:moveTo>
                <a:cubicBezTo>
                  <a:pt x="214908" y="106958"/>
                  <a:pt x="206474" y="110877"/>
                  <a:pt x="197693" y="114002"/>
                </a:cubicBezTo>
                <a:cubicBezTo>
                  <a:pt x="174377" y="122337"/>
                  <a:pt x="143768" y="127000"/>
                  <a:pt x="111125" y="127000"/>
                </a:cubicBezTo>
                <a:cubicBezTo>
                  <a:pt x="78482" y="127000"/>
                  <a:pt x="47823" y="122287"/>
                  <a:pt x="24557" y="114002"/>
                </a:cubicBezTo>
                <a:cubicBezTo>
                  <a:pt x="15825" y="110877"/>
                  <a:pt x="7342" y="106958"/>
                  <a:pt x="0" y="102096"/>
                </a:cubicBezTo>
                <a:lnTo>
                  <a:pt x="0" y="142875"/>
                </a:lnTo>
                <a:cubicBezTo>
                  <a:pt x="0" y="164802"/>
                  <a:pt x="49758" y="182563"/>
                  <a:pt x="111125" y="182563"/>
                </a:cubicBezTo>
                <a:cubicBezTo>
                  <a:pt x="172492" y="182563"/>
                  <a:pt x="222250" y="164802"/>
                  <a:pt x="222250" y="142875"/>
                </a:cubicBezTo>
                <a:lnTo>
                  <a:pt x="222250" y="102096"/>
                </a:lnTo>
                <a:close/>
                <a:moveTo>
                  <a:pt x="222250" y="63500"/>
                </a:moveTo>
                <a:lnTo>
                  <a:pt x="222250" y="39688"/>
                </a:lnTo>
                <a:cubicBezTo>
                  <a:pt x="222250" y="17760"/>
                  <a:pt x="172492" y="0"/>
                  <a:pt x="111125" y="0"/>
                </a:cubicBezTo>
                <a:cubicBezTo>
                  <a:pt x="49758" y="0"/>
                  <a:pt x="0" y="17760"/>
                  <a:pt x="0" y="39688"/>
                </a:cubicBezTo>
                <a:lnTo>
                  <a:pt x="0" y="63500"/>
                </a:lnTo>
                <a:cubicBezTo>
                  <a:pt x="0" y="85427"/>
                  <a:pt x="49758" y="103188"/>
                  <a:pt x="111125" y="103188"/>
                </a:cubicBezTo>
                <a:cubicBezTo>
                  <a:pt x="172492" y="103188"/>
                  <a:pt x="222250" y="85427"/>
                  <a:pt x="222250" y="63500"/>
                </a:cubicBezTo>
                <a:close/>
                <a:moveTo>
                  <a:pt x="197693" y="193377"/>
                </a:moveTo>
                <a:cubicBezTo>
                  <a:pt x="174427" y="201662"/>
                  <a:pt x="143818" y="206375"/>
                  <a:pt x="111125" y="206375"/>
                </a:cubicBezTo>
                <a:cubicBezTo>
                  <a:pt x="78432" y="206375"/>
                  <a:pt x="47823" y="201662"/>
                  <a:pt x="24557" y="193377"/>
                </a:cubicBezTo>
                <a:cubicBezTo>
                  <a:pt x="15825" y="190252"/>
                  <a:pt x="7342" y="186333"/>
                  <a:pt x="0" y="181471"/>
                </a:cubicBezTo>
                <a:lnTo>
                  <a:pt x="0" y="214313"/>
                </a:lnTo>
                <a:cubicBezTo>
                  <a:pt x="0" y="236240"/>
                  <a:pt x="49758" y="254000"/>
                  <a:pt x="111125" y="254000"/>
                </a:cubicBezTo>
                <a:cubicBezTo>
                  <a:pt x="172492" y="254000"/>
                  <a:pt x="222250" y="236240"/>
                  <a:pt x="222250" y="214313"/>
                </a:cubicBezTo>
                <a:lnTo>
                  <a:pt x="222250" y="181471"/>
                </a:lnTo>
                <a:cubicBezTo>
                  <a:pt x="214908" y="186333"/>
                  <a:pt x="206474" y="190252"/>
                  <a:pt x="197693" y="193377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676400" y="4318000"/>
            <a:ext cx="6121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自定义资源定义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76400" y="4775200"/>
            <a:ext cx="6096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定义 </a:t>
            </a:r>
            <a:r>
              <a:rPr lang="en-US" sz="16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SparkApplication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和 </a:t>
            </a:r>
            <a:r>
              <a:rPr lang="en-US" sz="16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ScheduledSparkApplication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CRDs，扩展 Kubernetes API，支持声明式配置 Spark 应用。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05800" y="4013200"/>
            <a:ext cx="7442200" cy="1930400"/>
          </a:xfrm>
          <a:custGeom>
            <a:avLst/>
            <a:gdLst/>
            <a:ahLst/>
            <a:cxnLst/>
            <a:rect l="l" t="t" r="r" b="b"/>
            <a:pathLst>
              <a:path w="7442200" h="1930400">
                <a:moveTo>
                  <a:pt x="50800" y="0"/>
                </a:moveTo>
                <a:lnTo>
                  <a:pt x="7340603" y="0"/>
                </a:lnTo>
                <a:cubicBezTo>
                  <a:pt x="7396713" y="0"/>
                  <a:pt x="7442200" y="45487"/>
                  <a:pt x="7442200" y="101597"/>
                </a:cubicBezTo>
                <a:lnTo>
                  <a:pt x="7442200" y="1828803"/>
                </a:lnTo>
                <a:cubicBezTo>
                  <a:pt x="7442200" y="1884913"/>
                  <a:pt x="7396713" y="1930400"/>
                  <a:pt x="7340603" y="1930400"/>
                </a:cubicBezTo>
                <a:lnTo>
                  <a:pt x="50800" y="1930400"/>
                </a:lnTo>
                <a:cubicBezTo>
                  <a:pt x="22744" y="1930400"/>
                  <a:pt x="0" y="1907656"/>
                  <a:pt x="0" y="187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305800" y="4013200"/>
            <a:ext cx="50800" cy="1930400"/>
          </a:xfrm>
          <a:custGeom>
            <a:avLst/>
            <a:gdLst/>
            <a:ahLst/>
            <a:cxnLst/>
            <a:rect l="l" t="t" r="r" b="b"/>
            <a:pathLst>
              <a:path w="50800" h="1930400">
                <a:moveTo>
                  <a:pt x="50800" y="0"/>
                </a:moveTo>
                <a:lnTo>
                  <a:pt x="50800" y="0"/>
                </a:lnTo>
                <a:lnTo>
                  <a:pt x="50800" y="1930400"/>
                </a:lnTo>
                <a:lnTo>
                  <a:pt x="50800" y="1930400"/>
                </a:lnTo>
                <a:cubicBezTo>
                  <a:pt x="22763" y="1930400"/>
                  <a:pt x="0" y="1907637"/>
                  <a:pt x="0" y="187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636000" y="431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782050" y="44958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222250" y="31750"/>
                </a:moveTo>
                <a:cubicBezTo>
                  <a:pt x="274836" y="31750"/>
                  <a:pt x="317500" y="74414"/>
                  <a:pt x="317500" y="127000"/>
                </a:cubicBezTo>
                <a:cubicBezTo>
                  <a:pt x="317500" y="179586"/>
                  <a:pt x="274836" y="222250"/>
                  <a:pt x="222250" y="222250"/>
                </a:cubicBezTo>
                <a:lnTo>
                  <a:pt x="95250" y="222250"/>
                </a:lnTo>
                <a:cubicBezTo>
                  <a:pt x="42664" y="222250"/>
                  <a:pt x="0" y="179586"/>
                  <a:pt x="0" y="127000"/>
                </a:cubicBezTo>
                <a:cubicBezTo>
                  <a:pt x="0" y="74414"/>
                  <a:pt x="42664" y="31750"/>
                  <a:pt x="95250" y="31750"/>
                </a:cubicBezTo>
                <a:lnTo>
                  <a:pt x="222250" y="31750"/>
                </a:lnTo>
                <a:close/>
                <a:moveTo>
                  <a:pt x="95250" y="87313"/>
                </a:moveTo>
                <a:cubicBezTo>
                  <a:pt x="88652" y="87313"/>
                  <a:pt x="83344" y="92621"/>
                  <a:pt x="83344" y="99219"/>
                </a:cubicBezTo>
                <a:lnTo>
                  <a:pt x="83344" y="115094"/>
                </a:lnTo>
                <a:lnTo>
                  <a:pt x="67469" y="115094"/>
                </a:lnTo>
                <a:cubicBezTo>
                  <a:pt x="60871" y="115094"/>
                  <a:pt x="55563" y="120402"/>
                  <a:pt x="55563" y="127000"/>
                </a:cubicBezTo>
                <a:cubicBezTo>
                  <a:pt x="55563" y="133598"/>
                  <a:pt x="60871" y="138906"/>
                  <a:pt x="67469" y="138906"/>
                </a:cubicBezTo>
                <a:lnTo>
                  <a:pt x="83344" y="138906"/>
                </a:lnTo>
                <a:lnTo>
                  <a:pt x="83344" y="154781"/>
                </a:lnTo>
                <a:cubicBezTo>
                  <a:pt x="83344" y="161379"/>
                  <a:pt x="88652" y="166688"/>
                  <a:pt x="95250" y="166688"/>
                </a:cubicBezTo>
                <a:cubicBezTo>
                  <a:pt x="101848" y="166688"/>
                  <a:pt x="107156" y="161379"/>
                  <a:pt x="107156" y="154781"/>
                </a:cubicBezTo>
                <a:lnTo>
                  <a:pt x="107156" y="138906"/>
                </a:lnTo>
                <a:lnTo>
                  <a:pt x="123031" y="138906"/>
                </a:lnTo>
                <a:cubicBezTo>
                  <a:pt x="129629" y="138906"/>
                  <a:pt x="134938" y="133598"/>
                  <a:pt x="134938" y="127000"/>
                </a:cubicBezTo>
                <a:cubicBezTo>
                  <a:pt x="134938" y="120402"/>
                  <a:pt x="129629" y="115094"/>
                  <a:pt x="123031" y="115094"/>
                </a:cubicBezTo>
                <a:lnTo>
                  <a:pt x="107156" y="115094"/>
                </a:lnTo>
                <a:lnTo>
                  <a:pt x="107156" y="99219"/>
                </a:lnTo>
                <a:cubicBezTo>
                  <a:pt x="107156" y="92621"/>
                  <a:pt x="101848" y="87313"/>
                  <a:pt x="95250" y="87313"/>
                </a:cubicBezTo>
                <a:close/>
                <a:moveTo>
                  <a:pt x="214313" y="134938"/>
                </a:moveTo>
                <a:cubicBezTo>
                  <a:pt x="205551" y="134938"/>
                  <a:pt x="198438" y="142051"/>
                  <a:pt x="198438" y="150813"/>
                </a:cubicBezTo>
                <a:cubicBezTo>
                  <a:pt x="198438" y="159574"/>
                  <a:pt x="205551" y="166688"/>
                  <a:pt x="214313" y="166688"/>
                </a:cubicBezTo>
                <a:cubicBezTo>
                  <a:pt x="223074" y="166688"/>
                  <a:pt x="230188" y="159574"/>
                  <a:pt x="230188" y="150813"/>
                </a:cubicBezTo>
                <a:cubicBezTo>
                  <a:pt x="230188" y="142051"/>
                  <a:pt x="223074" y="134938"/>
                  <a:pt x="214313" y="134938"/>
                </a:cubicBezTo>
                <a:close/>
                <a:moveTo>
                  <a:pt x="246063" y="87313"/>
                </a:moveTo>
                <a:cubicBezTo>
                  <a:pt x="237301" y="87313"/>
                  <a:pt x="230188" y="94426"/>
                  <a:pt x="230188" y="103188"/>
                </a:cubicBezTo>
                <a:cubicBezTo>
                  <a:pt x="230188" y="111949"/>
                  <a:pt x="237301" y="119063"/>
                  <a:pt x="246063" y="119063"/>
                </a:cubicBezTo>
                <a:cubicBezTo>
                  <a:pt x="254824" y="119063"/>
                  <a:pt x="261937" y="111949"/>
                  <a:pt x="261937" y="103188"/>
                </a:cubicBezTo>
                <a:cubicBezTo>
                  <a:pt x="261937" y="94426"/>
                  <a:pt x="254824" y="87313"/>
                  <a:pt x="246063" y="87313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448800" y="4318000"/>
            <a:ext cx="6121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控制器模式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48800" y="4775200"/>
            <a:ext cx="6096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监听自定义资源变化并</a:t>
            </a:r>
            <a:r>
              <a:rPr lang="en-US" sz="16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协调应用程序状态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，通过控制循环确保实际状态与期望状态一致，实现自动化管理。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3400" y="6248400"/>
            <a:ext cx="7442200" cy="1930400"/>
          </a:xfrm>
          <a:custGeom>
            <a:avLst/>
            <a:gdLst/>
            <a:ahLst/>
            <a:cxnLst/>
            <a:rect l="l" t="t" r="r" b="b"/>
            <a:pathLst>
              <a:path w="7442200" h="1930400">
                <a:moveTo>
                  <a:pt x="50800" y="0"/>
                </a:moveTo>
                <a:lnTo>
                  <a:pt x="7340603" y="0"/>
                </a:lnTo>
                <a:cubicBezTo>
                  <a:pt x="7396713" y="0"/>
                  <a:pt x="7442200" y="45487"/>
                  <a:pt x="7442200" y="101597"/>
                </a:cubicBezTo>
                <a:lnTo>
                  <a:pt x="7442200" y="1828803"/>
                </a:lnTo>
                <a:cubicBezTo>
                  <a:pt x="7442200" y="1884913"/>
                  <a:pt x="7396713" y="1930400"/>
                  <a:pt x="7340603" y="1930400"/>
                </a:cubicBezTo>
                <a:lnTo>
                  <a:pt x="50800" y="1930400"/>
                </a:lnTo>
                <a:cubicBezTo>
                  <a:pt x="22744" y="1930400"/>
                  <a:pt x="0" y="1907656"/>
                  <a:pt x="0" y="187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533400" y="6248400"/>
            <a:ext cx="50800" cy="1930400"/>
          </a:xfrm>
          <a:custGeom>
            <a:avLst/>
            <a:gdLst/>
            <a:ahLst/>
            <a:cxnLst/>
            <a:rect l="l" t="t" r="r" b="b"/>
            <a:pathLst>
              <a:path w="50800" h="1930400">
                <a:moveTo>
                  <a:pt x="50800" y="0"/>
                </a:moveTo>
                <a:lnTo>
                  <a:pt x="50800" y="0"/>
                </a:lnTo>
                <a:lnTo>
                  <a:pt x="50800" y="1930400"/>
                </a:lnTo>
                <a:lnTo>
                  <a:pt x="50800" y="1930400"/>
                </a:lnTo>
                <a:cubicBezTo>
                  <a:pt x="22763" y="1930400"/>
                  <a:pt x="0" y="1907637"/>
                  <a:pt x="0" y="187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63600" y="6553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1057275" y="67310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63500" y="-15875"/>
                </a:moveTo>
                <a:cubicBezTo>
                  <a:pt x="72281" y="-15875"/>
                  <a:pt x="79375" y="-8781"/>
                  <a:pt x="79375" y="0"/>
                </a:cubicBezTo>
                <a:lnTo>
                  <a:pt x="79375" y="47625"/>
                </a:lnTo>
                <a:lnTo>
                  <a:pt x="142875" y="47625"/>
                </a:lnTo>
                <a:lnTo>
                  <a:pt x="142875" y="0"/>
                </a:lnTo>
                <a:cubicBezTo>
                  <a:pt x="142875" y="-8781"/>
                  <a:pt x="149969" y="-15875"/>
                  <a:pt x="158750" y="-15875"/>
                </a:cubicBezTo>
                <a:cubicBezTo>
                  <a:pt x="167531" y="-15875"/>
                  <a:pt x="174625" y="-8781"/>
                  <a:pt x="174625" y="0"/>
                </a:cubicBezTo>
                <a:lnTo>
                  <a:pt x="174625" y="47625"/>
                </a:lnTo>
                <a:lnTo>
                  <a:pt x="206375" y="47625"/>
                </a:lnTo>
                <a:cubicBezTo>
                  <a:pt x="215156" y="47625"/>
                  <a:pt x="222250" y="54719"/>
                  <a:pt x="222250" y="63500"/>
                </a:cubicBezTo>
                <a:cubicBezTo>
                  <a:pt x="222250" y="72281"/>
                  <a:pt x="215156" y="79375"/>
                  <a:pt x="206375" y="79375"/>
                </a:cubicBezTo>
                <a:lnTo>
                  <a:pt x="206375" y="111125"/>
                </a:lnTo>
                <a:cubicBezTo>
                  <a:pt x="206375" y="158304"/>
                  <a:pt x="172045" y="197495"/>
                  <a:pt x="127000" y="205036"/>
                </a:cubicBezTo>
                <a:lnTo>
                  <a:pt x="127000" y="238125"/>
                </a:lnTo>
                <a:cubicBezTo>
                  <a:pt x="127000" y="246906"/>
                  <a:pt x="119906" y="254000"/>
                  <a:pt x="111125" y="254000"/>
                </a:cubicBezTo>
                <a:cubicBezTo>
                  <a:pt x="102344" y="254000"/>
                  <a:pt x="95250" y="246906"/>
                  <a:pt x="95250" y="238125"/>
                </a:cubicBezTo>
                <a:lnTo>
                  <a:pt x="95250" y="205036"/>
                </a:lnTo>
                <a:cubicBezTo>
                  <a:pt x="50205" y="197495"/>
                  <a:pt x="15875" y="158304"/>
                  <a:pt x="15875" y="111125"/>
                </a:cubicBezTo>
                <a:lnTo>
                  <a:pt x="15875" y="79375"/>
                </a:lnTo>
                <a:cubicBezTo>
                  <a:pt x="7094" y="79375"/>
                  <a:pt x="0" y="72281"/>
                  <a:pt x="0" y="63500"/>
                </a:cubicBezTo>
                <a:cubicBezTo>
                  <a:pt x="0" y="54719"/>
                  <a:pt x="7094" y="47625"/>
                  <a:pt x="15875" y="47625"/>
                </a:cubicBezTo>
                <a:lnTo>
                  <a:pt x="47625" y="47625"/>
                </a:lnTo>
                <a:lnTo>
                  <a:pt x="47625" y="0"/>
                </a:lnTo>
                <a:cubicBezTo>
                  <a:pt x="47625" y="-8781"/>
                  <a:pt x="54719" y="-15875"/>
                  <a:pt x="63500" y="-15875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676400" y="6553200"/>
            <a:ext cx="6121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Webhook 支持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676400" y="7010400"/>
            <a:ext cx="6096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 </a:t>
            </a:r>
            <a:r>
              <a:rPr lang="en-US" sz="16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Pod 定制和验证功能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，通过 Mutating Admission Webhook 在 Pod 创建前修改配置，支持复杂的调度策略和环境配置。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05800" y="6248400"/>
            <a:ext cx="7442200" cy="1930400"/>
          </a:xfrm>
          <a:custGeom>
            <a:avLst/>
            <a:gdLst/>
            <a:ahLst/>
            <a:cxnLst/>
            <a:rect l="l" t="t" r="r" b="b"/>
            <a:pathLst>
              <a:path w="7442200" h="1930400">
                <a:moveTo>
                  <a:pt x="50800" y="0"/>
                </a:moveTo>
                <a:lnTo>
                  <a:pt x="7340603" y="0"/>
                </a:lnTo>
                <a:cubicBezTo>
                  <a:pt x="7396713" y="0"/>
                  <a:pt x="7442200" y="45487"/>
                  <a:pt x="7442200" y="101597"/>
                </a:cubicBezTo>
                <a:lnTo>
                  <a:pt x="7442200" y="1828803"/>
                </a:lnTo>
                <a:cubicBezTo>
                  <a:pt x="7442200" y="1884913"/>
                  <a:pt x="7396713" y="1930400"/>
                  <a:pt x="7340603" y="1930400"/>
                </a:cubicBezTo>
                <a:lnTo>
                  <a:pt x="50800" y="1930400"/>
                </a:lnTo>
                <a:cubicBezTo>
                  <a:pt x="22744" y="1930400"/>
                  <a:pt x="0" y="1907656"/>
                  <a:pt x="0" y="187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305800" y="6248400"/>
            <a:ext cx="50800" cy="1930400"/>
          </a:xfrm>
          <a:custGeom>
            <a:avLst/>
            <a:gdLst/>
            <a:ahLst/>
            <a:cxnLst/>
            <a:rect l="l" t="t" r="r" b="b"/>
            <a:pathLst>
              <a:path w="50800" h="1930400">
                <a:moveTo>
                  <a:pt x="50800" y="0"/>
                </a:moveTo>
                <a:lnTo>
                  <a:pt x="50800" y="0"/>
                </a:lnTo>
                <a:lnTo>
                  <a:pt x="50800" y="1930400"/>
                </a:lnTo>
                <a:lnTo>
                  <a:pt x="50800" y="1930400"/>
                </a:lnTo>
                <a:cubicBezTo>
                  <a:pt x="22763" y="1930400"/>
                  <a:pt x="0" y="1907637"/>
                  <a:pt x="0" y="187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636000" y="6553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813800" y="6731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31750" y="22969"/>
                  <a:pt x="24656" y="15875"/>
                  <a:pt x="15875" y="15875"/>
                </a:cubicBezTo>
                <a:cubicBezTo>
                  <a:pt x="7094" y="15875"/>
                  <a:pt x="0" y="22969"/>
                  <a:pt x="0" y="31750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38125" y="238125"/>
                </a:lnTo>
                <a:cubicBezTo>
                  <a:pt x="246906" y="238125"/>
                  <a:pt x="254000" y="231031"/>
                  <a:pt x="254000" y="222250"/>
                </a:cubicBezTo>
                <a:cubicBezTo>
                  <a:pt x="254000" y="213469"/>
                  <a:pt x="246906" y="206375"/>
                  <a:pt x="238125" y="206375"/>
                </a:cubicBezTo>
                <a:lnTo>
                  <a:pt x="39688" y="206375"/>
                </a:lnTo>
                <a:cubicBezTo>
                  <a:pt x="35322" y="206375"/>
                  <a:pt x="31750" y="202803"/>
                  <a:pt x="31750" y="198438"/>
                </a:cubicBezTo>
                <a:lnTo>
                  <a:pt x="31750" y="31750"/>
                </a:lnTo>
                <a:close/>
                <a:moveTo>
                  <a:pt x="233462" y="74712"/>
                </a:moveTo>
                <a:cubicBezTo>
                  <a:pt x="239663" y="68511"/>
                  <a:pt x="239663" y="58440"/>
                  <a:pt x="233462" y="52239"/>
                </a:cubicBezTo>
                <a:cubicBezTo>
                  <a:pt x="227261" y="46037"/>
                  <a:pt x="217190" y="46037"/>
                  <a:pt x="210989" y="52239"/>
                </a:cubicBezTo>
                <a:lnTo>
                  <a:pt x="158750" y="104527"/>
                </a:lnTo>
                <a:lnTo>
                  <a:pt x="130274" y="76101"/>
                </a:lnTo>
                <a:cubicBezTo>
                  <a:pt x="124073" y="69900"/>
                  <a:pt x="114002" y="69900"/>
                  <a:pt x="107801" y="76101"/>
                </a:cubicBezTo>
                <a:lnTo>
                  <a:pt x="60176" y="123726"/>
                </a:lnTo>
                <a:cubicBezTo>
                  <a:pt x="53975" y="129927"/>
                  <a:pt x="53975" y="139998"/>
                  <a:pt x="60176" y="146199"/>
                </a:cubicBezTo>
                <a:cubicBezTo>
                  <a:pt x="66377" y="152400"/>
                  <a:pt x="76448" y="152400"/>
                  <a:pt x="82649" y="146199"/>
                </a:cubicBezTo>
                <a:lnTo>
                  <a:pt x="119063" y="109786"/>
                </a:lnTo>
                <a:lnTo>
                  <a:pt x="147538" y="138261"/>
                </a:lnTo>
                <a:cubicBezTo>
                  <a:pt x="153739" y="144463"/>
                  <a:pt x="163810" y="144463"/>
                  <a:pt x="170011" y="138261"/>
                </a:cubicBezTo>
                <a:lnTo>
                  <a:pt x="233511" y="74761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9448800" y="6553200"/>
            <a:ext cx="6121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指标导出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448800" y="7010400"/>
            <a:ext cx="6096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集成 </a:t>
            </a:r>
            <a:r>
              <a:rPr lang="en-US" sz="16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Prometheus 监控指标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，支持应用级别和 Executor 级别的指标导出，为运维提供丰富的可观测性数据。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QUICK START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快速入门示例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2032000"/>
            <a:ext cx="4851400" cy="6286500"/>
          </a:xfrm>
          <a:custGeom>
            <a:avLst/>
            <a:gdLst/>
            <a:ahLst/>
            <a:cxnLst/>
            <a:rect l="l" t="t" r="r" b="b"/>
            <a:pathLst>
              <a:path w="4851400" h="6286500">
                <a:moveTo>
                  <a:pt x="50800" y="0"/>
                </a:moveTo>
                <a:lnTo>
                  <a:pt x="4749812" y="0"/>
                </a:lnTo>
                <a:cubicBezTo>
                  <a:pt x="4805917" y="0"/>
                  <a:pt x="4851400" y="45483"/>
                  <a:pt x="4851400" y="101588"/>
                </a:cubicBezTo>
                <a:lnTo>
                  <a:pt x="4851400" y="6184912"/>
                </a:lnTo>
                <a:cubicBezTo>
                  <a:pt x="4851400" y="6241017"/>
                  <a:pt x="4805917" y="6286500"/>
                  <a:pt x="4749812" y="6286500"/>
                </a:cubicBezTo>
                <a:lnTo>
                  <a:pt x="50800" y="6286500"/>
                </a:lnTo>
                <a:cubicBezTo>
                  <a:pt x="22744" y="6286500"/>
                  <a:pt x="0" y="6263756"/>
                  <a:pt x="0" y="6235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33400" y="2032000"/>
            <a:ext cx="50800" cy="6286500"/>
          </a:xfrm>
          <a:custGeom>
            <a:avLst/>
            <a:gdLst/>
            <a:ahLst/>
            <a:cxnLst/>
            <a:rect l="l" t="t" r="r" b="b"/>
            <a:pathLst>
              <a:path w="50800" h="6286500">
                <a:moveTo>
                  <a:pt x="50800" y="0"/>
                </a:moveTo>
                <a:lnTo>
                  <a:pt x="50800" y="0"/>
                </a:lnTo>
                <a:lnTo>
                  <a:pt x="50800" y="6286500"/>
                </a:lnTo>
                <a:lnTo>
                  <a:pt x="50800" y="6286500"/>
                </a:lnTo>
                <a:cubicBezTo>
                  <a:pt x="22763" y="6286500"/>
                  <a:pt x="0" y="6263737"/>
                  <a:pt x="0" y="6235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63600" y="2336800"/>
            <a:ext cx="4343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4FD1C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1</a:t>
            </a: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 安装 Spark Operator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3600" y="2946400"/>
            <a:ext cx="4216400" cy="1828800"/>
          </a:xfrm>
          <a:custGeom>
            <a:avLst/>
            <a:gdLst/>
            <a:ahLst/>
            <a:cxnLst/>
            <a:rect l="l" t="t" r="r" b="b"/>
            <a:pathLst>
              <a:path w="4216400" h="1828800">
                <a:moveTo>
                  <a:pt x="101608" y="0"/>
                </a:moveTo>
                <a:lnTo>
                  <a:pt x="4114792" y="0"/>
                </a:lnTo>
                <a:cubicBezTo>
                  <a:pt x="4170908" y="0"/>
                  <a:pt x="4216400" y="45492"/>
                  <a:pt x="4216400" y="101608"/>
                </a:cubicBezTo>
                <a:lnTo>
                  <a:pt x="4216400" y="1727192"/>
                </a:lnTo>
                <a:cubicBezTo>
                  <a:pt x="4216400" y="1783308"/>
                  <a:pt x="4170908" y="1828800"/>
                  <a:pt x="4114792" y="1828800"/>
                </a:cubicBezTo>
                <a:lnTo>
                  <a:pt x="101608" y="1828800"/>
                </a:lnTo>
                <a:cubicBezTo>
                  <a:pt x="45492" y="1828800"/>
                  <a:pt x="0" y="1783308"/>
                  <a:pt x="0" y="17271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016000" y="3098800"/>
            <a:ext cx="400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添加 Helm 仓库：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492500"/>
            <a:ext cx="3287613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helm repo add --force-update \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spark-operator \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https://kubeflow.github.io/spark-operator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" y="4927600"/>
            <a:ext cx="4216400" cy="1828800"/>
          </a:xfrm>
          <a:custGeom>
            <a:avLst/>
            <a:gdLst/>
            <a:ahLst/>
            <a:cxnLst/>
            <a:rect l="l" t="t" r="r" b="b"/>
            <a:pathLst>
              <a:path w="4216400" h="1828800">
                <a:moveTo>
                  <a:pt x="101608" y="0"/>
                </a:moveTo>
                <a:lnTo>
                  <a:pt x="4114792" y="0"/>
                </a:lnTo>
                <a:cubicBezTo>
                  <a:pt x="4170908" y="0"/>
                  <a:pt x="4216400" y="45492"/>
                  <a:pt x="4216400" y="101608"/>
                </a:cubicBezTo>
                <a:lnTo>
                  <a:pt x="4216400" y="1727192"/>
                </a:lnTo>
                <a:cubicBezTo>
                  <a:pt x="4216400" y="1783308"/>
                  <a:pt x="4170908" y="1828800"/>
                  <a:pt x="4114792" y="1828800"/>
                </a:cubicBezTo>
                <a:lnTo>
                  <a:pt x="101608" y="1828800"/>
                </a:lnTo>
                <a:cubicBezTo>
                  <a:pt x="45492" y="1828800"/>
                  <a:pt x="0" y="1783308"/>
                  <a:pt x="0" y="17271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016000" y="5080000"/>
            <a:ext cx="400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安装 Operator：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5473700"/>
            <a:ext cx="3104059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helm install spark-operator \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spark-operator/spark-operator \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--namespace spark-operator \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--create-namespace --wait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15000" y="2032000"/>
            <a:ext cx="4851400" cy="6286500"/>
          </a:xfrm>
          <a:custGeom>
            <a:avLst/>
            <a:gdLst/>
            <a:ahLst/>
            <a:cxnLst/>
            <a:rect l="l" t="t" r="r" b="b"/>
            <a:pathLst>
              <a:path w="4851400" h="6286500">
                <a:moveTo>
                  <a:pt x="50800" y="0"/>
                </a:moveTo>
                <a:lnTo>
                  <a:pt x="4749812" y="0"/>
                </a:lnTo>
                <a:cubicBezTo>
                  <a:pt x="4805917" y="0"/>
                  <a:pt x="4851400" y="45483"/>
                  <a:pt x="4851400" y="101588"/>
                </a:cubicBezTo>
                <a:lnTo>
                  <a:pt x="4851400" y="6184912"/>
                </a:lnTo>
                <a:cubicBezTo>
                  <a:pt x="4851400" y="6241017"/>
                  <a:pt x="4805917" y="6286500"/>
                  <a:pt x="4749812" y="6286500"/>
                </a:cubicBezTo>
                <a:lnTo>
                  <a:pt x="50800" y="6286500"/>
                </a:lnTo>
                <a:cubicBezTo>
                  <a:pt x="22744" y="6286500"/>
                  <a:pt x="0" y="6263756"/>
                  <a:pt x="0" y="6235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715000" y="2032000"/>
            <a:ext cx="50800" cy="6286500"/>
          </a:xfrm>
          <a:custGeom>
            <a:avLst/>
            <a:gdLst/>
            <a:ahLst/>
            <a:cxnLst/>
            <a:rect l="l" t="t" r="r" b="b"/>
            <a:pathLst>
              <a:path w="50800" h="6286500">
                <a:moveTo>
                  <a:pt x="50800" y="0"/>
                </a:moveTo>
                <a:lnTo>
                  <a:pt x="50800" y="0"/>
                </a:lnTo>
                <a:lnTo>
                  <a:pt x="50800" y="6286500"/>
                </a:lnTo>
                <a:lnTo>
                  <a:pt x="50800" y="6286500"/>
                </a:lnTo>
                <a:cubicBezTo>
                  <a:pt x="22763" y="6286500"/>
                  <a:pt x="0" y="6263737"/>
                  <a:pt x="0" y="6235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045200" y="2336800"/>
            <a:ext cx="4343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F6AD5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2</a:t>
            </a: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 创建 Spark 应用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45200" y="2946400"/>
            <a:ext cx="4216400" cy="5067300"/>
          </a:xfrm>
          <a:custGeom>
            <a:avLst/>
            <a:gdLst/>
            <a:ahLst/>
            <a:cxnLst/>
            <a:rect l="l" t="t" r="r" b="b"/>
            <a:pathLst>
              <a:path w="4216400" h="5067300">
                <a:moveTo>
                  <a:pt x="101615" y="0"/>
                </a:moveTo>
                <a:lnTo>
                  <a:pt x="4114785" y="0"/>
                </a:lnTo>
                <a:cubicBezTo>
                  <a:pt x="4170905" y="0"/>
                  <a:pt x="4216400" y="45495"/>
                  <a:pt x="4216400" y="101615"/>
                </a:cubicBezTo>
                <a:lnTo>
                  <a:pt x="4216400" y="4965685"/>
                </a:lnTo>
                <a:cubicBezTo>
                  <a:pt x="4216400" y="5021805"/>
                  <a:pt x="4170905" y="5067300"/>
                  <a:pt x="4114785" y="5067300"/>
                </a:cubicBezTo>
                <a:lnTo>
                  <a:pt x="101615" y="5067300"/>
                </a:lnTo>
                <a:cubicBezTo>
                  <a:pt x="45495" y="5067300"/>
                  <a:pt x="0" y="5021805"/>
                  <a:pt x="0" y="4965685"/>
                </a:cubicBezTo>
                <a:lnTo>
                  <a:pt x="0" y="101615"/>
                </a:lnTo>
                <a:cubicBezTo>
                  <a:pt x="0" y="45495"/>
                  <a:pt x="45495" y="0"/>
                  <a:pt x="101615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197600" y="3098800"/>
            <a:ext cx="400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spark-pi.yaml 示例：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97600" y="3403600"/>
            <a:ext cx="3987800" cy="445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apiVersion: "sparkoperator.k8s.io/v1beta2" kind: SparkApplication metadata: name: spark-pi namespace: default spec: type: Scala mode: cluster image: "gcr.io/spark-operator/spark:v3.1.1" mainClass: org.apache.spark.examples.SparkPi mainApplicationFile: "local:///opt/spark/examples/jars/spark-examples_2.12-3.1.1.jar" driver: cores: 1 memory: "512m" executor: cores: 1 instances: 1 memory: "512m"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896600" y="2032000"/>
            <a:ext cx="4851400" cy="6286500"/>
          </a:xfrm>
          <a:custGeom>
            <a:avLst/>
            <a:gdLst/>
            <a:ahLst/>
            <a:cxnLst/>
            <a:rect l="l" t="t" r="r" b="b"/>
            <a:pathLst>
              <a:path w="4851400" h="6286500">
                <a:moveTo>
                  <a:pt x="50800" y="0"/>
                </a:moveTo>
                <a:lnTo>
                  <a:pt x="4749812" y="0"/>
                </a:lnTo>
                <a:cubicBezTo>
                  <a:pt x="4805917" y="0"/>
                  <a:pt x="4851400" y="45483"/>
                  <a:pt x="4851400" y="101588"/>
                </a:cubicBezTo>
                <a:lnTo>
                  <a:pt x="4851400" y="6184912"/>
                </a:lnTo>
                <a:cubicBezTo>
                  <a:pt x="4851400" y="6241017"/>
                  <a:pt x="4805917" y="6286500"/>
                  <a:pt x="4749812" y="6286500"/>
                </a:cubicBezTo>
                <a:lnTo>
                  <a:pt x="50800" y="6286500"/>
                </a:lnTo>
                <a:cubicBezTo>
                  <a:pt x="22744" y="6286500"/>
                  <a:pt x="0" y="6263756"/>
                  <a:pt x="0" y="6235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10896600" y="2032000"/>
            <a:ext cx="50800" cy="6286500"/>
          </a:xfrm>
          <a:custGeom>
            <a:avLst/>
            <a:gdLst/>
            <a:ahLst/>
            <a:cxnLst/>
            <a:rect l="l" t="t" r="r" b="b"/>
            <a:pathLst>
              <a:path w="50800" h="6286500">
                <a:moveTo>
                  <a:pt x="50800" y="0"/>
                </a:moveTo>
                <a:lnTo>
                  <a:pt x="50800" y="0"/>
                </a:lnTo>
                <a:lnTo>
                  <a:pt x="50800" y="6286500"/>
                </a:lnTo>
                <a:lnTo>
                  <a:pt x="50800" y="6286500"/>
                </a:lnTo>
                <a:cubicBezTo>
                  <a:pt x="22763" y="6286500"/>
                  <a:pt x="0" y="6263737"/>
                  <a:pt x="0" y="6235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1226800" y="2336800"/>
            <a:ext cx="4343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4FD1C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3</a:t>
            </a: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 部署和管理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226800" y="2946400"/>
            <a:ext cx="4216400" cy="914400"/>
          </a:xfrm>
          <a:custGeom>
            <a:avLst/>
            <a:gdLst/>
            <a:ahLst/>
            <a:cxnLst/>
            <a:rect l="l" t="t" r="r" b="b"/>
            <a:pathLst>
              <a:path w="4216400" h="914400">
                <a:moveTo>
                  <a:pt x="101599" y="0"/>
                </a:moveTo>
                <a:lnTo>
                  <a:pt x="4114801" y="0"/>
                </a:lnTo>
                <a:cubicBezTo>
                  <a:pt x="4170913" y="0"/>
                  <a:pt x="4216400" y="45487"/>
                  <a:pt x="4216400" y="101599"/>
                </a:cubicBezTo>
                <a:lnTo>
                  <a:pt x="4216400" y="812801"/>
                </a:lnTo>
                <a:cubicBezTo>
                  <a:pt x="4216400" y="868913"/>
                  <a:pt x="4170913" y="914400"/>
                  <a:pt x="41148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1379200" y="3098800"/>
            <a:ext cx="400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部署应用：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379200" y="3492500"/>
            <a:ext cx="282882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kubectl apply -f spark-pi.yaml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226800" y="4013200"/>
            <a:ext cx="4216400" cy="914400"/>
          </a:xfrm>
          <a:custGeom>
            <a:avLst/>
            <a:gdLst/>
            <a:ahLst/>
            <a:cxnLst/>
            <a:rect l="l" t="t" r="r" b="b"/>
            <a:pathLst>
              <a:path w="4216400" h="914400">
                <a:moveTo>
                  <a:pt x="101599" y="0"/>
                </a:moveTo>
                <a:lnTo>
                  <a:pt x="4114801" y="0"/>
                </a:lnTo>
                <a:cubicBezTo>
                  <a:pt x="4170913" y="0"/>
                  <a:pt x="4216400" y="45487"/>
                  <a:pt x="4216400" y="101599"/>
                </a:cubicBezTo>
                <a:lnTo>
                  <a:pt x="4216400" y="812801"/>
                </a:lnTo>
                <a:cubicBezTo>
                  <a:pt x="4216400" y="868913"/>
                  <a:pt x="4170913" y="914400"/>
                  <a:pt x="41148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1379200" y="4165600"/>
            <a:ext cx="400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查看状态：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379200" y="4559300"/>
            <a:ext cx="2737048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kubectl get sparkapp spark-pi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1226800" y="5080000"/>
            <a:ext cx="4216400" cy="914400"/>
          </a:xfrm>
          <a:custGeom>
            <a:avLst/>
            <a:gdLst/>
            <a:ahLst/>
            <a:cxnLst/>
            <a:rect l="l" t="t" r="r" b="b"/>
            <a:pathLst>
              <a:path w="4216400" h="914400">
                <a:moveTo>
                  <a:pt x="101599" y="0"/>
                </a:moveTo>
                <a:lnTo>
                  <a:pt x="4114801" y="0"/>
                </a:lnTo>
                <a:cubicBezTo>
                  <a:pt x="4170913" y="0"/>
                  <a:pt x="4216400" y="45487"/>
                  <a:pt x="4216400" y="101599"/>
                </a:cubicBezTo>
                <a:lnTo>
                  <a:pt x="4216400" y="812801"/>
                </a:lnTo>
                <a:cubicBezTo>
                  <a:pt x="4216400" y="868913"/>
                  <a:pt x="4170913" y="914400"/>
                  <a:pt x="41148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1379200" y="5232400"/>
            <a:ext cx="400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查看详细状态：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379200" y="5626100"/>
            <a:ext cx="319583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kubectl describe sparkapp spark-pi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1226800" y="6146800"/>
            <a:ext cx="4216400" cy="914400"/>
          </a:xfrm>
          <a:custGeom>
            <a:avLst/>
            <a:gdLst/>
            <a:ahLst/>
            <a:cxnLst/>
            <a:rect l="l" t="t" r="r" b="b"/>
            <a:pathLst>
              <a:path w="4216400" h="914400">
                <a:moveTo>
                  <a:pt x="101599" y="0"/>
                </a:moveTo>
                <a:lnTo>
                  <a:pt x="4114801" y="0"/>
                </a:lnTo>
                <a:cubicBezTo>
                  <a:pt x="4170913" y="0"/>
                  <a:pt x="4216400" y="45487"/>
                  <a:pt x="4216400" y="101599"/>
                </a:cubicBezTo>
                <a:lnTo>
                  <a:pt x="4216400" y="812801"/>
                </a:lnTo>
                <a:cubicBezTo>
                  <a:pt x="4216400" y="868913"/>
                  <a:pt x="4170913" y="914400"/>
                  <a:pt x="41148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1379200" y="6299200"/>
            <a:ext cx="400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删除应用：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379200" y="6692900"/>
            <a:ext cx="301228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kubectl delete sparkapp spark-pi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COMPARISON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Spark Operator 对比分析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240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778000"/>
          <a:ext cx="15240000" cy="4432300"/>
        </p:xfrm>
        <a:graphic>
          <a:graphicData uri="http://schemas.openxmlformats.org/drawingml/2006/table">
            <a:tbl>
              <a:tblPr/>
              <a:tblGrid>
                <a:gridCol w="368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186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特性维度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4FD1C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原生 Spark on Kubernetes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A0AEC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Spark Operator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186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部署方式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A0AEC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手动 spark-submit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A0AEC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声明式 YAML 配置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186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生命周期管理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A0AEC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手动管理 Pod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A0AEC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自动化管理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186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定时任务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A0AEC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需要外部调度器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A0AEC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内置 cron 支持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186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配置复杂度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A0AEC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命令行参数复杂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A0AEC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YAML 配置清晰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3186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运维复杂度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A0AEC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较高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A0AEC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较低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3186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监控集成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A0AEC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需要手动配置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A0AEC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内置 Prometheus 支持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20700" y="6419850"/>
            <a:ext cx="7493000" cy="2159000"/>
          </a:xfrm>
          <a:custGeom>
            <a:avLst/>
            <a:gdLst/>
            <a:ahLst/>
            <a:cxnLst/>
            <a:rect l="l" t="t" r="r" b="b"/>
            <a:pathLst>
              <a:path w="7493000" h="2159000">
                <a:moveTo>
                  <a:pt x="101603" y="0"/>
                </a:moveTo>
                <a:lnTo>
                  <a:pt x="7391397" y="0"/>
                </a:lnTo>
                <a:cubicBezTo>
                  <a:pt x="7447511" y="0"/>
                  <a:pt x="7493000" y="45489"/>
                  <a:pt x="7493000" y="101603"/>
                </a:cubicBezTo>
                <a:lnTo>
                  <a:pt x="7493000" y="2057397"/>
                </a:lnTo>
                <a:cubicBezTo>
                  <a:pt x="7493000" y="2113511"/>
                  <a:pt x="7447511" y="2159000"/>
                  <a:pt x="7391397" y="2159000"/>
                </a:cubicBezTo>
                <a:lnTo>
                  <a:pt x="101603" y="2159000"/>
                </a:lnTo>
                <a:cubicBezTo>
                  <a:pt x="45489" y="2159000"/>
                  <a:pt x="0" y="2113511"/>
                  <a:pt x="0" y="20573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850900" y="673735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1104900" y="6686550"/>
            <a:ext cx="6769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原生方式适用场景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87400" y="729615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990600" y="7194550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简单的一次性作业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87400" y="770255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990600" y="760095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快速测试和开发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87400" y="810895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990600" y="8007350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学习和小规模使用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242300" y="6419850"/>
            <a:ext cx="7493000" cy="2159000"/>
          </a:xfrm>
          <a:custGeom>
            <a:avLst/>
            <a:gdLst/>
            <a:ahLst/>
            <a:cxnLst/>
            <a:rect l="l" t="t" r="r" b="b"/>
            <a:pathLst>
              <a:path w="7493000" h="2159000">
                <a:moveTo>
                  <a:pt x="101603" y="0"/>
                </a:moveTo>
                <a:lnTo>
                  <a:pt x="7391397" y="0"/>
                </a:lnTo>
                <a:cubicBezTo>
                  <a:pt x="7447511" y="0"/>
                  <a:pt x="7493000" y="45489"/>
                  <a:pt x="7493000" y="101603"/>
                </a:cubicBezTo>
                <a:lnTo>
                  <a:pt x="7493000" y="2057397"/>
                </a:lnTo>
                <a:cubicBezTo>
                  <a:pt x="7493000" y="2113511"/>
                  <a:pt x="7447511" y="2159000"/>
                  <a:pt x="7391397" y="2159000"/>
                </a:cubicBezTo>
                <a:lnTo>
                  <a:pt x="101603" y="2159000"/>
                </a:lnTo>
                <a:cubicBezTo>
                  <a:pt x="45489" y="2159000"/>
                  <a:pt x="0" y="2113511"/>
                  <a:pt x="0" y="20573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8540750" y="67373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158750"/>
                </a:moveTo>
                <a:lnTo>
                  <a:pt x="12154" y="158750"/>
                </a:lnTo>
                <a:cubicBezTo>
                  <a:pt x="-198" y="158750"/>
                  <a:pt x="-7789" y="145306"/>
                  <a:pt x="-1439" y="134689"/>
                </a:cubicBezTo>
                <a:lnTo>
                  <a:pt x="24805" y="90934"/>
                </a:lnTo>
                <a:cubicBezTo>
                  <a:pt x="29121" y="83741"/>
                  <a:pt x="36860" y="79375"/>
                  <a:pt x="45244" y="79375"/>
                </a:cubicBezTo>
                <a:lnTo>
                  <a:pt x="92373" y="79375"/>
                </a:lnTo>
                <a:cubicBezTo>
                  <a:pt x="130125" y="15429"/>
                  <a:pt x="186432" y="12204"/>
                  <a:pt x="224086" y="17711"/>
                </a:cubicBezTo>
                <a:cubicBezTo>
                  <a:pt x="230436" y="18653"/>
                  <a:pt x="235396" y="23614"/>
                  <a:pt x="236289" y="29914"/>
                </a:cubicBezTo>
                <a:cubicBezTo>
                  <a:pt x="241796" y="67568"/>
                  <a:pt x="238571" y="123875"/>
                  <a:pt x="174625" y="161627"/>
                </a:cubicBezTo>
                <a:lnTo>
                  <a:pt x="174625" y="208756"/>
                </a:lnTo>
                <a:cubicBezTo>
                  <a:pt x="174625" y="217140"/>
                  <a:pt x="170259" y="224879"/>
                  <a:pt x="163066" y="229195"/>
                </a:cubicBezTo>
                <a:lnTo>
                  <a:pt x="119311" y="255439"/>
                </a:lnTo>
                <a:cubicBezTo>
                  <a:pt x="108744" y="261789"/>
                  <a:pt x="95250" y="254149"/>
                  <a:pt x="95250" y="241846"/>
                </a:cubicBezTo>
                <a:lnTo>
                  <a:pt x="95250" y="190500"/>
                </a:lnTo>
                <a:cubicBezTo>
                  <a:pt x="95250" y="172988"/>
                  <a:pt x="81012" y="158750"/>
                  <a:pt x="63500" y="158750"/>
                </a:cubicBezTo>
                <a:lnTo>
                  <a:pt x="63450" y="158750"/>
                </a:lnTo>
                <a:close/>
                <a:moveTo>
                  <a:pt x="198438" y="79375"/>
                </a:moveTo>
                <a:cubicBezTo>
                  <a:pt x="198438" y="66233"/>
                  <a:pt x="187767" y="55563"/>
                  <a:pt x="174625" y="55563"/>
                </a:cubicBezTo>
                <a:cubicBezTo>
                  <a:pt x="161483" y="55563"/>
                  <a:pt x="150813" y="66233"/>
                  <a:pt x="150813" y="79375"/>
                </a:cubicBezTo>
                <a:cubicBezTo>
                  <a:pt x="150813" y="92517"/>
                  <a:pt x="161483" y="103188"/>
                  <a:pt x="174625" y="103188"/>
                </a:cubicBezTo>
                <a:cubicBezTo>
                  <a:pt x="187767" y="103188"/>
                  <a:pt x="198438" y="92517"/>
                  <a:pt x="198438" y="79375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8826500" y="6686550"/>
            <a:ext cx="6769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Operator 适用场景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509000" y="729615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8712200" y="719455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生产环境部署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509000" y="770255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8712200" y="760095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批量作业调度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509000" y="810895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8712200" y="8007350"/>
            <a:ext cx="252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多租户环境、DevOps 流程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nix-united.com/6109d128f922f4b183676e8ae122c062bab9cb0a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7813" b="7812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/>
              </a:gs>
              <a:gs pos="50000">
                <a:srgbClr val="1A202C">
                  <a:alpha val="90000"/>
                </a:srgbClr>
              </a:gs>
              <a:gs pos="100000">
                <a:srgbClr val="1A202C">
                  <a:alpha val="6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33400" y="2928938"/>
            <a:ext cx="2070100" cy="558800"/>
          </a:xfrm>
          <a:custGeom>
            <a:avLst/>
            <a:gdLst/>
            <a:ahLst/>
            <a:cxnLst/>
            <a:rect l="l" t="t" r="r" b="b"/>
            <a:pathLst>
              <a:path w="2070100" h="558800">
                <a:moveTo>
                  <a:pt x="0" y="0"/>
                </a:moveTo>
                <a:lnTo>
                  <a:pt x="2070100" y="0"/>
                </a:lnTo>
                <a:lnTo>
                  <a:pt x="20701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533400" y="2928938"/>
            <a:ext cx="50800" cy="558800"/>
          </a:xfrm>
          <a:custGeom>
            <a:avLst/>
            <a:gdLst/>
            <a:ahLst/>
            <a:cxnLst/>
            <a:rect l="l" t="t" r="r" b="b"/>
            <a:pathLst>
              <a:path w="50800" h="558800">
                <a:moveTo>
                  <a:pt x="0" y="0"/>
                </a:moveTo>
                <a:lnTo>
                  <a:pt x="50800" y="0"/>
                </a:lnTo>
                <a:lnTo>
                  <a:pt x="50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62000" y="3030538"/>
            <a:ext cx="1765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kern="0" spc="10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792538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未来展望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240338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508000" y="5595938"/>
            <a:ext cx="154305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 on Kubernetes 技术演进方向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ROADMAP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未来工作规划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20700" y="2044700"/>
            <a:ext cx="7442200" cy="4343400"/>
          </a:xfrm>
          <a:custGeom>
            <a:avLst/>
            <a:gdLst/>
            <a:ahLst/>
            <a:cxnLst/>
            <a:rect l="l" t="t" r="r" b="b"/>
            <a:pathLst>
              <a:path w="7442200" h="4343400">
                <a:moveTo>
                  <a:pt x="101592" y="0"/>
                </a:moveTo>
                <a:lnTo>
                  <a:pt x="7340608" y="0"/>
                </a:lnTo>
                <a:cubicBezTo>
                  <a:pt x="7396716" y="0"/>
                  <a:pt x="7442200" y="45484"/>
                  <a:pt x="7442200" y="101592"/>
                </a:cubicBezTo>
                <a:lnTo>
                  <a:pt x="7442200" y="4241808"/>
                </a:lnTo>
                <a:cubicBezTo>
                  <a:pt x="7442200" y="4297916"/>
                  <a:pt x="7396716" y="4343400"/>
                  <a:pt x="7340608" y="4343400"/>
                </a:cubicBezTo>
                <a:lnTo>
                  <a:pt x="101592" y="4343400"/>
                </a:lnTo>
                <a:cubicBezTo>
                  <a:pt x="45484" y="4343400"/>
                  <a:pt x="0" y="4297916"/>
                  <a:pt x="0" y="4241808"/>
                </a:cubicBezTo>
                <a:lnTo>
                  <a:pt x="0" y="101592"/>
                </a:lnTo>
                <a:cubicBezTo>
                  <a:pt x="0" y="45484"/>
                  <a:pt x="45484" y="0"/>
                  <a:pt x="101592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38200" y="23622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041400" y="2565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89654"/>
                </a:moveTo>
                <a:lnTo>
                  <a:pt x="242054" y="146804"/>
                </a:lnTo>
                <a:cubicBezTo>
                  <a:pt x="236577" y="152281"/>
                  <a:pt x="228421" y="153888"/>
                  <a:pt x="221278" y="150912"/>
                </a:cubicBezTo>
                <a:cubicBezTo>
                  <a:pt x="214134" y="147935"/>
                  <a:pt x="209550" y="141030"/>
                  <a:pt x="209550" y="133350"/>
                </a:cubicBezTo>
                <a:lnTo>
                  <a:pt x="209550" y="95250"/>
                </a:lnTo>
                <a:lnTo>
                  <a:pt x="19050" y="95250"/>
                </a:lnTo>
                <a:cubicBezTo>
                  <a:pt x="8513" y="95250"/>
                  <a:pt x="0" y="86737"/>
                  <a:pt x="0" y="76200"/>
                </a:cubicBezTo>
                <a:cubicBezTo>
                  <a:pt x="0" y="65663"/>
                  <a:pt x="8513" y="57150"/>
                  <a:pt x="19050" y="57150"/>
                </a:cubicBezTo>
                <a:lnTo>
                  <a:pt x="209550" y="57150"/>
                </a:lnTo>
                <a:lnTo>
                  <a:pt x="209550" y="19050"/>
                </a:lnTo>
                <a:cubicBezTo>
                  <a:pt x="209550" y="11370"/>
                  <a:pt x="214193" y="4405"/>
                  <a:pt x="221337" y="1429"/>
                </a:cubicBezTo>
                <a:cubicBezTo>
                  <a:pt x="228481" y="-1548"/>
                  <a:pt x="236637" y="119"/>
                  <a:pt x="242114" y="5536"/>
                </a:cubicBezTo>
                <a:lnTo>
                  <a:pt x="299264" y="62686"/>
                </a:lnTo>
                <a:cubicBezTo>
                  <a:pt x="306705" y="70128"/>
                  <a:pt x="306705" y="82213"/>
                  <a:pt x="299264" y="89654"/>
                </a:cubicBezTo>
                <a:close/>
                <a:moveTo>
                  <a:pt x="62686" y="299204"/>
                </a:moveTo>
                <a:lnTo>
                  <a:pt x="5536" y="242054"/>
                </a:lnTo>
                <a:cubicBezTo>
                  <a:pt x="-1905" y="234613"/>
                  <a:pt x="-1905" y="222528"/>
                  <a:pt x="5536" y="215086"/>
                </a:cubicBezTo>
                <a:lnTo>
                  <a:pt x="62686" y="157936"/>
                </a:lnTo>
                <a:cubicBezTo>
                  <a:pt x="68163" y="152460"/>
                  <a:pt x="76319" y="150852"/>
                  <a:pt x="83463" y="153829"/>
                </a:cubicBezTo>
                <a:cubicBezTo>
                  <a:pt x="90607" y="156805"/>
                  <a:pt x="95250" y="163770"/>
                  <a:pt x="95250" y="171450"/>
                </a:cubicBezTo>
                <a:lnTo>
                  <a:pt x="95250" y="209550"/>
                </a:lnTo>
                <a:lnTo>
                  <a:pt x="285750" y="209550"/>
                </a:lnTo>
                <a:cubicBezTo>
                  <a:pt x="296287" y="209550"/>
                  <a:pt x="304800" y="218063"/>
                  <a:pt x="304800" y="228600"/>
                </a:cubicBezTo>
                <a:cubicBezTo>
                  <a:pt x="304800" y="239137"/>
                  <a:pt x="296287" y="247650"/>
                  <a:pt x="285750" y="247650"/>
                </a:cubicBezTo>
                <a:lnTo>
                  <a:pt x="95250" y="247650"/>
                </a:lnTo>
                <a:lnTo>
                  <a:pt x="95250" y="285750"/>
                </a:lnTo>
                <a:cubicBezTo>
                  <a:pt x="95250" y="293430"/>
                  <a:pt x="90607" y="300395"/>
                  <a:pt x="83463" y="303371"/>
                </a:cubicBezTo>
                <a:cubicBezTo>
                  <a:pt x="76319" y="306348"/>
                  <a:pt x="68163" y="304681"/>
                  <a:pt x="62686" y="299264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752600" y="2514600"/>
            <a:ext cx="2006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外部 Shuffle 服务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" y="3276600"/>
            <a:ext cx="6807200" cy="1320800"/>
          </a:xfrm>
          <a:custGeom>
            <a:avLst/>
            <a:gdLst/>
            <a:ahLst/>
            <a:cxnLst/>
            <a:rect l="l" t="t" r="r" b="b"/>
            <a:pathLst>
              <a:path w="6807200" h="1320800">
                <a:moveTo>
                  <a:pt x="101596" y="0"/>
                </a:moveTo>
                <a:lnTo>
                  <a:pt x="6705604" y="0"/>
                </a:lnTo>
                <a:cubicBezTo>
                  <a:pt x="6761714" y="0"/>
                  <a:pt x="6807200" y="45486"/>
                  <a:pt x="6807200" y="101596"/>
                </a:cubicBezTo>
                <a:lnTo>
                  <a:pt x="6807200" y="1219204"/>
                </a:lnTo>
                <a:cubicBezTo>
                  <a:pt x="6807200" y="1275314"/>
                  <a:pt x="6761714" y="1320800"/>
                  <a:pt x="67056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990600" y="3429000"/>
            <a:ext cx="660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FD1C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当前状态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90600" y="3784600"/>
            <a:ext cx="6604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目前不支持外部 Shuffle 服务，而是通过 </a:t>
            </a:r>
            <a:r>
              <a:rPr lang="en-US" sz="16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Shuffle 跟踪功能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实现动态资源分配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8200" y="4749800"/>
            <a:ext cx="6807200" cy="1320800"/>
          </a:xfrm>
          <a:custGeom>
            <a:avLst/>
            <a:gdLst/>
            <a:ahLst/>
            <a:cxnLst/>
            <a:rect l="l" t="t" r="r" b="b"/>
            <a:pathLst>
              <a:path w="6807200" h="1320800">
                <a:moveTo>
                  <a:pt x="101596" y="0"/>
                </a:moveTo>
                <a:lnTo>
                  <a:pt x="6705604" y="0"/>
                </a:lnTo>
                <a:cubicBezTo>
                  <a:pt x="6761714" y="0"/>
                  <a:pt x="6807200" y="45486"/>
                  <a:pt x="6807200" y="101596"/>
                </a:cubicBezTo>
                <a:lnTo>
                  <a:pt x="6807200" y="1219204"/>
                </a:lnTo>
                <a:cubicBezTo>
                  <a:pt x="6807200" y="1275314"/>
                  <a:pt x="6761714" y="1320800"/>
                  <a:pt x="67056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90600" y="4902200"/>
            <a:ext cx="660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6AD5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未来规划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90600" y="5257800"/>
            <a:ext cx="6604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社区正在探索在 Kubernetes 上实现外部 Shuffle 服务的方案，可能通过 </a:t>
            </a:r>
            <a:r>
              <a:rPr lang="en-US" sz="16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DaemonSet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或专用的 Shuffle 服务 Pod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93100" y="2044700"/>
            <a:ext cx="7442200" cy="4343400"/>
          </a:xfrm>
          <a:custGeom>
            <a:avLst/>
            <a:gdLst/>
            <a:ahLst/>
            <a:cxnLst/>
            <a:rect l="l" t="t" r="r" b="b"/>
            <a:pathLst>
              <a:path w="7442200" h="4343400">
                <a:moveTo>
                  <a:pt x="101592" y="0"/>
                </a:moveTo>
                <a:lnTo>
                  <a:pt x="7340608" y="0"/>
                </a:lnTo>
                <a:cubicBezTo>
                  <a:pt x="7396716" y="0"/>
                  <a:pt x="7442200" y="45484"/>
                  <a:pt x="7442200" y="101592"/>
                </a:cubicBezTo>
                <a:lnTo>
                  <a:pt x="7442200" y="4241808"/>
                </a:lnTo>
                <a:cubicBezTo>
                  <a:pt x="7442200" y="4297916"/>
                  <a:pt x="7396716" y="4343400"/>
                  <a:pt x="7340608" y="4343400"/>
                </a:cubicBezTo>
                <a:lnTo>
                  <a:pt x="101592" y="4343400"/>
                </a:lnTo>
                <a:cubicBezTo>
                  <a:pt x="45484" y="4343400"/>
                  <a:pt x="0" y="4297916"/>
                  <a:pt x="0" y="4241808"/>
                </a:cubicBezTo>
                <a:lnTo>
                  <a:pt x="0" y="101592"/>
                </a:lnTo>
                <a:cubicBezTo>
                  <a:pt x="0" y="45484"/>
                  <a:pt x="45484" y="0"/>
                  <a:pt x="101592" y="0"/>
                </a:cubicBezTo>
                <a:close/>
              </a:path>
            </a:pathLst>
          </a:cu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54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610600" y="23622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813800" y="2565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410" y="3096"/>
                </a:moveTo>
                <a:cubicBezTo>
                  <a:pt x="147280" y="-1012"/>
                  <a:pt x="157520" y="-1012"/>
                  <a:pt x="166390" y="3096"/>
                </a:cubicBezTo>
                <a:lnTo>
                  <a:pt x="296525" y="63222"/>
                </a:lnTo>
                <a:cubicBezTo>
                  <a:pt x="301585" y="65544"/>
                  <a:pt x="304800" y="70604"/>
                  <a:pt x="304800" y="76200"/>
                </a:cubicBezTo>
                <a:cubicBezTo>
                  <a:pt x="304800" y="81796"/>
                  <a:pt x="301585" y="86856"/>
                  <a:pt x="296525" y="89178"/>
                </a:cubicBezTo>
                <a:lnTo>
                  <a:pt x="166390" y="149304"/>
                </a:lnTo>
                <a:cubicBezTo>
                  <a:pt x="157520" y="153412"/>
                  <a:pt x="147280" y="153412"/>
                  <a:pt x="138410" y="149304"/>
                </a:cubicBezTo>
                <a:lnTo>
                  <a:pt x="8275" y="89178"/>
                </a:lnTo>
                <a:cubicBezTo>
                  <a:pt x="3215" y="86797"/>
                  <a:pt x="0" y="81736"/>
                  <a:pt x="0" y="76200"/>
                </a:cubicBezTo>
                <a:cubicBezTo>
                  <a:pt x="0" y="70664"/>
                  <a:pt x="3215" y="65544"/>
                  <a:pt x="8275" y="63222"/>
                </a:cubicBezTo>
                <a:lnTo>
                  <a:pt x="138410" y="3096"/>
                </a:lnTo>
                <a:close/>
                <a:moveTo>
                  <a:pt x="28635" y="130016"/>
                </a:moveTo>
                <a:lnTo>
                  <a:pt x="126444" y="175200"/>
                </a:lnTo>
                <a:cubicBezTo>
                  <a:pt x="142935" y="182820"/>
                  <a:pt x="161925" y="182820"/>
                  <a:pt x="178415" y="175200"/>
                </a:cubicBezTo>
                <a:lnTo>
                  <a:pt x="276225" y="130016"/>
                </a:lnTo>
                <a:lnTo>
                  <a:pt x="296525" y="139422"/>
                </a:lnTo>
                <a:cubicBezTo>
                  <a:pt x="301585" y="141744"/>
                  <a:pt x="304800" y="146804"/>
                  <a:pt x="304800" y="152400"/>
                </a:cubicBezTo>
                <a:cubicBezTo>
                  <a:pt x="304800" y="157996"/>
                  <a:pt x="301585" y="163056"/>
                  <a:pt x="296525" y="165378"/>
                </a:cubicBezTo>
                <a:lnTo>
                  <a:pt x="166390" y="225504"/>
                </a:lnTo>
                <a:cubicBezTo>
                  <a:pt x="157520" y="229612"/>
                  <a:pt x="147280" y="229612"/>
                  <a:pt x="138410" y="225504"/>
                </a:cubicBezTo>
                <a:lnTo>
                  <a:pt x="8275" y="165378"/>
                </a:lnTo>
                <a:cubicBezTo>
                  <a:pt x="3215" y="162997"/>
                  <a:pt x="0" y="157936"/>
                  <a:pt x="0" y="152400"/>
                </a:cubicBezTo>
                <a:cubicBezTo>
                  <a:pt x="0" y="146864"/>
                  <a:pt x="3215" y="141744"/>
                  <a:pt x="8275" y="139422"/>
                </a:cubicBezTo>
                <a:lnTo>
                  <a:pt x="28575" y="130016"/>
                </a:lnTo>
                <a:close/>
                <a:moveTo>
                  <a:pt x="8275" y="215622"/>
                </a:moveTo>
                <a:lnTo>
                  <a:pt x="28575" y="206216"/>
                </a:lnTo>
                <a:lnTo>
                  <a:pt x="126385" y="251400"/>
                </a:lnTo>
                <a:cubicBezTo>
                  <a:pt x="142875" y="259020"/>
                  <a:pt x="161865" y="259020"/>
                  <a:pt x="178356" y="251400"/>
                </a:cubicBezTo>
                <a:lnTo>
                  <a:pt x="276165" y="206216"/>
                </a:lnTo>
                <a:lnTo>
                  <a:pt x="296466" y="215622"/>
                </a:lnTo>
                <a:cubicBezTo>
                  <a:pt x="301526" y="217944"/>
                  <a:pt x="304740" y="223004"/>
                  <a:pt x="304740" y="228600"/>
                </a:cubicBezTo>
                <a:cubicBezTo>
                  <a:pt x="304740" y="234196"/>
                  <a:pt x="301526" y="239256"/>
                  <a:pt x="296466" y="241578"/>
                </a:cubicBezTo>
                <a:lnTo>
                  <a:pt x="166330" y="301704"/>
                </a:lnTo>
                <a:cubicBezTo>
                  <a:pt x="157460" y="305812"/>
                  <a:pt x="147221" y="305812"/>
                  <a:pt x="138351" y="301704"/>
                </a:cubicBezTo>
                <a:lnTo>
                  <a:pt x="8275" y="241578"/>
                </a:lnTo>
                <a:cubicBezTo>
                  <a:pt x="3215" y="239197"/>
                  <a:pt x="0" y="234136"/>
                  <a:pt x="0" y="228600"/>
                </a:cubicBezTo>
                <a:cubicBezTo>
                  <a:pt x="0" y="223064"/>
                  <a:pt x="3215" y="217944"/>
                  <a:pt x="8275" y="215622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525000" y="2514600"/>
            <a:ext cx="2349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作业队列和资源管理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610600" y="3276600"/>
            <a:ext cx="6807200" cy="990600"/>
          </a:xfrm>
          <a:custGeom>
            <a:avLst/>
            <a:gdLst/>
            <a:ahLst/>
            <a:cxnLst/>
            <a:rect l="l" t="t" r="r" b="b"/>
            <a:pathLst>
              <a:path w="6807200" h="990600">
                <a:moveTo>
                  <a:pt x="101596" y="0"/>
                </a:moveTo>
                <a:lnTo>
                  <a:pt x="6705604" y="0"/>
                </a:lnTo>
                <a:cubicBezTo>
                  <a:pt x="6761714" y="0"/>
                  <a:pt x="6807200" y="45486"/>
                  <a:pt x="6807200" y="101596"/>
                </a:cubicBezTo>
                <a:lnTo>
                  <a:pt x="6807200" y="889004"/>
                </a:lnTo>
                <a:cubicBezTo>
                  <a:pt x="6807200" y="945114"/>
                  <a:pt x="6761714" y="990600"/>
                  <a:pt x="6705604" y="990600"/>
                </a:cubicBezTo>
                <a:lnTo>
                  <a:pt x="101596" y="990600"/>
                </a:lnTo>
                <a:cubicBezTo>
                  <a:pt x="45486" y="990600"/>
                  <a:pt x="0" y="945114"/>
                  <a:pt x="0" y="8890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763000" y="3429000"/>
            <a:ext cx="660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6AD5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当前状态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63000" y="3784600"/>
            <a:ext cx="660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当前主要依赖 </a:t>
            </a:r>
            <a:r>
              <a:rPr lang="en-US" sz="16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Kubernetes 原生调度器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进行资源分配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610600" y="4419600"/>
            <a:ext cx="6807200" cy="1320800"/>
          </a:xfrm>
          <a:custGeom>
            <a:avLst/>
            <a:gdLst/>
            <a:ahLst/>
            <a:cxnLst/>
            <a:rect l="l" t="t" r="r" b="b"/>
            <a:pathLst>
              <a:path w="6807200" h="1320800">
                <a:moveTo>
                  <a:pt x="101596" y="0"/>
                </a:moveTo>
                <a:lnTo>
                  <a:pt x="6705604" y="0"/>
                </a:lnTo>
                <a:cubicBezTo>
                  <a:pt x="6761714" y="0"/>
                  <a:pt x="6807200" y="45486"/>
                  <a:pt x="6807200" y="101596"/>
                </a:cubicBezTo>
                <a:lnTo>
                  <a:pt x="6807200" y="1219204"/>
                </a:lnTo>
                <a:cubicBezTo>
                  <a:pt x="6807200" y="1275314"/>
                  <a:pt x="6761714" y="1320800"/>
                  <a:pt x="67056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763000" y="4572000"/>
            <a:ext cx="660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FD1C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未来规划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763000" y="4927600"/>
            <a:ext cx="6604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计划开发更高级的作业队列管理，可能集成第三方调度器（如 </a:t>
            </a:r>
            <a:r>
              <a:rPr lang="en-US" sz="16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Volcano、Kube-batch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）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3400" y="6705600"/>
            <a:ext cx="3632200" cy="1524000"/>
          </a:xfrm>
          <a:custGeom>
            <a:avLst/>
            <a:gdLst/>
            <a:ahLst/>
            <a:cxnLst/>
            <a:rect l="l" t="t" r="r" b="b"/>
            <a:pathLst>
              <a:path w="3632200" h="1524000">
                <a:moveTo>
                  <a:pt x="50800" y="0"/>
                </a:moveTo>
                <a:lnTo>
                  <a:pt x="3530595" y="0"/>
                </a:lnTo>
                <a:cubicBezTo>
                  <a:pt x="3586710" y="0"/>
                  <a:pt x="3632200" y="45490"/>
                  <a:pt x="3632200" y="101605"/>
                </a:cubicBezTo>
                <a:lnTo>
                  <a:pt x="3632200" y="1422395"/>
                </a:lnTo>
                <a:cubicBezTo>
                  <a:pt x="3632200" y="1478510"/>
                  <a:pt x="3586710" y="1524000"/>
                  <a:pt x="3530595" y="1524000"/>
                </a:cubicBezTo>
                <a:lnTo>
                  <a:pt x="50800" y="1524000"/>
                </a:lnTo>
                <a:cubicBezTo>
                  <a:pt x="22763" y="1524000"/>
                  <a:pt x="0" y="1501237"/>
                  <a:pt x="0" y="147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533400" y="6705600"/>
            <a:ext cx="50800" cy="1524000"/>
          </a:xfrm>
          <a:custGeom>
            <a:avLst/>
            <a:gdLst/>
            <a:ahLst/>
            <a:cxnLst/>
            <a:rect l="l" t="t" r="r" b="b"/>
            <a:pathLst>
              <a:path w="50800" h="1524000">
                <a:moveTo>
                  <a:pt x="50800" y="0"/>
                </a:moveTo>
                <a:lnTo>
                  <a:pt x="50800" y="0"/>
                </a:lnTo>
                <a:lnTo>
                  <a:pt x="50800" y="1524000"/>
                </a:lnTo>
                <a:lnTo>
                  <a:pt x="50800" y="1524000"/>
                </a:lnTo>
                <a:cubicBezTo>
                  <a:pt x="22763" y="1524000"/>
                  <a:pt x="0" y="1501237"/>
                  <a:pt x="0" y="147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793750" y="6959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127000"/>
                </a:moveTo>
                <a:cubicBezTo>
                  <a:pt x="0" y="56907"/>
                  <a:pt x="56907" y="0"/>
                  <a:pt x="127000" y="0"/>
                </a:cubicBez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lose/>
                <a:moveTo>
                  <a:pt x="142875" y="47625"/>
                </a:moveTo>
                <a:cubicBezTo>
                  <a:pt x="142875" y="38863"/>
                  <a:pt x="135762" y="31750"/>
                  <a:pt x="127000" y="31750"/>
                </a:cubicBezTo>
                <a:cubicBezTo>
                  <a:pt x="118238" y="31750"/>
                  <a:pt x="111125" y="38863"/>
                  <a:pt x="111125" y="47625"/>
                </a:cubicBezTo>
                <a:cubicBezTo>
                  <a:pt x="111125" y="56387"/>
                  <a:pt x="118238" y="63500"/>
                  <a:pt x="127000" y="63500"/>
                </a:cubicBezTo>
                <a:cubicBezTo>
                  <a:pt x="135762" y="63500"/>
                  <a:pt x="142875" y="56387"/>
                  <a:pt x="142875" y="47625"/>
                </a:cubicBezTo>
                <a:close/>
                <a:moveTo>
                  <a:pt x="127000" y="206375"/>
                </a:moveTo>
                <a:cubicBezTo>
                  <a:pt x="144512" y="206375"/>
                  <a:pt x="158750" y="192137"/>
                  <a:pt x="158750" y="174625"/>
                </a:cubicBezTo>
                <a:cubicBezTo>
                  <a:pt x="158750" y="166588"/>
                  <a:pt x="155773" y="159196"/>
                  <a:pt x="150813" y="153640"/>
                </a:cubicBezTo>
                <a:lnTo>
                  <a:pt x="185291" y="84733"/>
                </a:lnTo>
                <a:cubicBezTo>
                  <a:pt x="188218" y="78829"/>
                  <a:pt x="185837" y="71686"/>
                  <a:pt x="179983" y="68759"/>
                </a:cubicBezTo>
                <a:cubicBezTo>
                  <a:pt x="174129" y="65832"/>
                  <a:pt x="166936" y="68213"/>
                  <a:pt x="164009" y="74067"/>
                </a:cubicBezTo>
                <a:lnTo>
                  <a:pt x="129530" y="142974"/>
                </a:lnTo>
                <a:cubicBezTo>
                  <a:pt x="128687" y="142925"/>
                  <a:pt x="127843" y="142875"/>
                  <a:pt x="127000" y="142875"/>
                </a:cubicBezTo>
                <a:cubicBezTo>
                  <a:pt x="109488" y="142875"/>
                  <a:pt x="95250" y="157113"/>
                  <a:pt x="95250" y="174625"/>
                </a:cubicBezTo>
                <a:cubicBezTo>
                  <a:pt x="95250" y="192137"/>
                  <a:pt x="109488" y="206375"/>
                  <a:pt x="127000" y="206375"/>
                </a:cubicBezTo>
                <a:close/>
                <a:moveTo>
                  <a:pt x="87313" y="71438"/>
                </a:moveTo>
                <a:cubicBezTo>
                  <a:pt x="87313" y="62676"/>
                  <a:pt x="80199" y="55563"/>
                  <a:pt x="71438" y="55563"/>
                </a:cubicBezTo>
                <a:cubicBezTo>
                  <a:pt x="62676" y="55563"/>
                  <a:pt x="55563" y="62676"/>
                  <a:pt x="55563" y="71438"/>
                </a:cubicBezTo>
                <a:cubicBezTo>
                  <a:pt x="55563" y="80199"/>
                  <a:pt x="62676" y="87313"/>
                  <a:pt x="71438" y="87313"/>
                </a:cubicBezTo>
                <a:cubicBezTo>
                  <a:pt x="80199" y="87313"/>
                  <a:pt x="87313" y="80199"/>
                  <a:pt x="87313" y="71438"/>
                </a:cubicBezTo>
                <a:close/>
                <a:moveTo>
                  <a:pt x="47625" y="142875"/>
                </a:moveTo>
                <a:cubicBezTo>
                  <a:pt x="56387" y="142875"/>
                  <a:pt x="63500" y="135762"/>
                  <a:pt x="63500" y="127000"/>
                </a:cubicBezTo>
                <a:cubicBezTo>
                  <a:pt x="63500" y="118238"/>
                  <a:pt x="56387" y="111125"/>
                  <a:pt x="47625" y="111125"/>
                </a:cubicBezTo>
                <a:cubicBezTo>
                  <a:pt x="38863" y="111125"/>
                  <a:pt x="31750" y="118238"/>
                  <a:pt x="31750" y="127000"/>
                </a:cubicBezTo>
                <a:cubicBezTo>
                  <a:pt x="31750" y="135762"/>
                  <a:pt x="38863" y="142875"/>
                  <a:pt x="47625" y="142875"/>
                </a:cubicBezTo>
                <a:close/>
                <a:moveTo>
                  <a:pt x="222250" y="127000"/>
                </a:moveTo>
                <a:cubicBezTo>
                  <a:pt x="222250" y="118238"/>
                  <a:pt x="215137" y="111125"/>
                  <a:pt x="206375" y="111125"/>
                </a:cubicBezTo>
                <a:cubicBezTo>
                  <a:pt x="197613" y="111125"/>
                  <a:pt x="190500" y="118238"/>
                  <a:pt x="190500" y="127000"/>
                </a:cubicBezTo>
                <a:cubicBezTo>
                  <a:pt x="190500" y="135762"/>
                  <a:pt x="197613" y="142875"/>
                  <a:pt x="206375" y="142875"/>
                </a:cubicBezTo>
                <a:cubicBezTo>
                  <a:pt x="215137" y="142875"/>
                  <a:pt x="222250" y="135762"/>
                  <a:pt x="222250" y="12700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231900" y="6908800"/>
            <a:ext cx="850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性能优化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2000" y="7366000"/>
            <a:ext cx="330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进一步提升</a:t>
            </a:r>
            <a:r>
              <a:rPr lang="en-US" sz="16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容器启动速度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和资源分配效率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94200" y="6705600"/>
            <a:ext cx="3632200" cy="1524000"/>
          </a:xfrm>
          <a:custGeom>
            <a:avLst/>
            <a:gdLst/>
            <a:ahLst/>
            <a:cxnLst/>
            <a:rect l="l" t="t" r="r" b="b"/>
            <a:pathLst>
              <a:path w="3632200" h="1524000">
                <a:moveTo>
                  <a:pt x="50800" y="0"/>
                </a:moveTo>
                <a:lnTo>
                  <a:pt x="3530595" y="0"/>
                </a:lnTo>
                <a:cubicBezTo>
                  <a:pt x="3586710" y="0"/>
                  <a:pt x="3632200" y="45490"/>
                  <a:pt x="3632200" y="101605"/>
                </a:cubicBezTo>
                <a:lnTo>
                  <a:pt x="3632200" y="1422395"/>
                </a:lnTo>
                <a:cubicBezTo>
                  <a:pt x="3632200" y="1478510"/>
                  <a:pt x="3586710" y="1524000"/>
                  <a:pt x="3530595" y="1524000"/>
                </a:cubicBezTo>
                <a:lnTo>
                  <a:pt x="50800" y="1524000"/>
                </a:lnTo>
                <a:cubicBezTo>
                  <a:pt x="22763" y="1524000"/>
                  <a:pt x="0" y="1501237"/>
                  <a:pt x="0" y="147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4394200" y="6705600"/>
            <a:ext cx="50800" cy="1524000"/>
          </a:xfrm>
          <a:custGeom>
            <a:avLst/>
            <a:gdLst/>
            <a:ahLst/>
            <a:cxnLst/>
            <a:rect l="l" t="t" r="r" b="b"/>
            <a:pathLst>
              <a:path w="50800" h="1524000">
                <a:moveTo>
                  <a:pt x="50800" y="0"/>
                </a:moveTo>
                <a:lnTo>
                  <a:pt x="50800" y="0"/>
                </a:lnTo>
                <a:lnTo>
                  <a:pt x="50800" y="1524000"/>
                </a:lnTo>
                <a:lnTo>
                  <a:pt x="50800" y="1524000"/>
                </a:lnTo>
                <a:cubicBezTo>
                  <a:pt x="22763" y="1524000"/>
                  <a:pt x="0" y="1501237"/>
                  <a:pt x="0" y="147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4654550" y="6959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31750" y="22969"/>
                  <a:pt x="24656" y="15875"/>
                  <a:pt x="15875" y="15875"/>
                </a:cubicBezTo>
                <a:cubicBezTo>
                  <a:pt x="7094" y="15875"/>
                  <a:pt x="0" y="22969"/>
                  <a:pt x="0" y="31750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38125" y="238125"/>
                </a:lnTo>
                <a:cubicBezTo>
                  <a:pt x="246906" y="238125"/>
                  <a:pt x="254000" y="231031"/>
                  <a:pt x="254000" y="222250"/>
                </a:cubicBezTo>
                <a:cubicBezTo>
                  <a:pt x="254000" y="213469"/>
                  <a:pt x="246906" y="206375"/>
                  <a:pt x="238125" y="206375"/>
                </a:cubicBezTo>
                <a:lnTo>
                  <a:pt x="39688" y="206375"/>
                </a:lnTo>
                <a:cubicBezTo>
                  <a:pt x="35322" y="206375"/>
                  <a:pt x="31750" y="202803"/>
                  <a:pt x="31750" y="198438"/>
                </a:cubicBezTo>
                <a:lnTo>
                  <a:pt x="31750" y="31750"/>
                </a:lnTo>
                <a:close/>
                <a:moveTo>
                  <a:pt x="233462" y="74712"/>
                </a:moveTo>
                <a:cubicBezTo>
                  <a:pt x="239663" y="68511"/>
                  <a:pt x="239663" y="58440"/>
                  <a:pt x="233462" y="52239"/>
                </a:cubicBezTo>
                <a:cubicBezTo>
                  <a:pt x="227261" y="46037"/>
                  <a:pt x="217190" y="46037"/>
                  <a:pt x="210989" y="52239"/>
                </a:cubicBezTo>
                <a:lnTo>
                  <a:pt x="158750" y="104527"/>
                </a:lnTo>
                <a:lnTo>
                  <a:pt x="130274" y="76101"/>
                </a:lnTo>
                <a:cubicBezTo>
                  <a:pt x="124073" y="69900"/>
                  <a:pt x="114002" y="69900"/>
                  <a:pt x="107801" y="76101"/>
                </a:cubicBezTo>
                <a:lnTo>
                  <a:pt x="60176" y="123726"/>
                </a:lnTo>
                <a:cubicBezTo>
                  <a:pt x="53975" y="129927"/>
                  <a:pt x="53975" y="139998"/>
                  <a:pt x="60176" y="146199"/>
                </a:cubicBezTo>
                <a:cubicBezTo>
                  <a:pt x="66377" y="152400"/>
                  <a:pt x="76448" y="152400"/>
                  <a:pt x="82649" y="146199"/>
                </a:cubicBezTo>
                <a:lnTo>
                  <a:pt x="119063" y="109786"/>
                </a:lnTo>
                <a:lnTo>
                  <a:pt x="147538" y="138261"/>
                </a:lnTo>
                <a:cubicBezTo>
                  <a:pt x="153739" y="144463"/>
                  <a:pt x="163810" y="144463"/>
                  <a:pt x="170011" y="138261"/>
                </a:cubicBezTo>
                <a:lnTo>
                  <a:pt x="233511" y="74761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5092700" y="6908800"/>
            <a:ext cx="850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监控集成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622800" y="7366000"/>
            <a:ext cx="330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增强与 </a:t>
            </a:r>
            <a:r>
              <a:rPr lang="en-US" sz="16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Prometheus、Grafana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的集成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255000" y="6705600"/>
            <a:ext cx="3632200" cy="1524000"/>
          </a:xfrm>
          <a:custGeom>
            <a:avLst/>
            <a:gdLst/>
            <a:ahLst/>
            <a:cxnLst/>
            <a:rect l="l" t="t" r="r" b="b"/>
            <a:pathLst>
              <a:path w="3632200" h="1524000">
                <a:moveTo>
                  <a:pt x="50800" y="0"/>
                </a:moveTo>
                <a:lnTo>
                  <a:pt x="3530595" y="0"/>
                </a:lnTo>
                <a:cubicBezTo>
                  <a:pt x="3586710" y="0"/>
                  <a:pt x="3632200" y="45490"/>
                  <a:pt x="3632200" y="101605"/>
                </a:cubicBezTo>
                <a:lnTo>
                  <a:pt x="3632200" y="1422395"/>
                </a:lnTo>
                <a:cubicBezTo>
                  <a:pt x="3632200" y="1478510"/>
                  <a:pt x="3586710" y="1524000"/>
                  <a:pt x="3530595" y="1524000"/>
                </a:cubicBezTo>
                <a:lnTo>
                  <a:pt x="50800" y="1524000"/>
                </a:lnTo>
                <a:cubicBezTo>
                  <a:pt x="22763" y="1524000"/>
                  <a:pt x="0" y="1501237"/>
                  <a:pt x="0" y="147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255000" y="6705600"/>
            <a:ext cx="50800" cy="1524000"/>
          </a:xfrm>
          <a:custGeom>
            <a:avLst/>
            <a:gdLst/>
            <a:ahLst/>
            <a:cxnLst/>
            <a:rect l="l" t="t" r="r" b="b"/>
            <a:pathLst>
              <a:path w="50800" h="1524000">
                <a:moveTo>
                  <a:pt x="50800" y="0"/>
                </a:moveTo>
                <a:lnTo>
                  <a:pt x="50800" y="0"/>
                </a:lnTo>
                <a:lnTo>
                  <a:pt x="50800" y="1524000"/>
                </a:lnTo>
                <a:lnTo>
                  <a:pt x="50800" y="1524000"/>
                </a:lnTo>
                <a:cubicBezTo>
                  <a:pt x="22763" y="1524000"/>
                  <a:pt x="0" y="1501237"/>
                  <a:pt x="0" y="147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515350" y="6959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29282" y="0"/>
                  <a:pt x="131564" y="496"/>
                  <a:pt x="133648" y="1439"/>
                </a:cubicBezTo>
                <a:lnTo>
                  <a:pt x="227112" y="41077"/>
                </a:lnTo>
                <a:cubicBezTo>
                  <a:pt x="238026" y="45690"/>
                  <a:pt x="246162" y="56455"/>
                  <a:pt x="246112" y="69453"/>
                </a:cubicBezTo>
                <a:cubicBezTo>
                  <a:pt x="245864" y="118666"/>
                  <a:pt x="225623" y="208707"/>
                  <a:pt x="140146" y="249634"/>
                </a:cubicBezTo>
                <a:cubicBezTo>
                  <a:pt x="131862" y="253603"/>
                  <a:pt x="122238" y="253603"/>
                  <a:pt x="113953" y="249634"/>
                </a:cubicBezTo>
                <a:cubicBezTo>
                  <a:pt x="28426" y="208707"/>
                  <a:pt x="8235" y="118666"/>
                  <a:pt x="7987" y="69453"/>
                </a:cubicBezTo>
                <a:cubicBezTo>
                  <a:pt x="7937" y="56455"/>
                  <a:pt x="16073" y="45690"/>
                  <a:pt x="26987" y="41077"/>
                </a:cubicBezTo>
                <a:lnTo>
                  <a:pt x="120402" y="1439"/>
                </a:lnTo>
                <a:cubicBezTo>
                  <a:pt x="122486" y="496"/>
                  <a:pt x="124718" y="0"/>
                  <a:pt x="127000" y="0"/>
                </a:cubicBezTo>
                <a:close/>
                <a:moveTo>
                  <a:pt x="127000" y="33139"/>
                </a:moveTo>
                <a:lnTo>
                  <a:pt x="127000" y="220712"/>
                </a:lnTo>
                <a:cubicBezTo>
                  <a:pt x="195461" y="187573"/>
                  <a:pt x="213866" y="114151"/>
                  <a:pt x="214313" y="70197"/>
                </a:cubicBezTo>
                <a:lnTo>
                  <a:pt x="127000" y="33189"/>
                </a:lnTo>
                <a:lnTo>
                  <a:pt x="127000" y="33189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953500" y="6908800"/>
            <a:ext cx="850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安全增强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483600" y="7366000"/>
            <a:ext cx="330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完善</a:t>
            </a:r>
            <a:r>
              <a:rPr lang="en-US" sz="16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身份认证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和访问控制机制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2115800" y="6705600"/>
            <a:ext cx="3632200" cy="1524000"/>
          </a:xfrm>
          <a:custGeom>
            <a:avLst/>
            <a:gdLst/>
            <a:ahLst/>
            <a:cxnLst/>
            <a:rect l="l" t="t" r="r" b="b"/>
            <a:pathLst>
              <a:path w="3632200" h="1524000">
                <a:moveTo>
                  <a:pt x="50800" y="0"/>
                </a:moveTo>
                <a:lnTo>
                  <a:pt x="3530595" y="0"/>
                </a:lnTo>
                <a:cubicBezTo>
                  <a:pt x="3586710" y="0"/>
                  <a:pt x="3632200" y="45490"/>
                  <a:pt x="3632200" y="101605"/>
                </a:cubicBezTo>
                <a:lnTo>
                  <a:pt x="3632200" y="1422395"/>
                </a:lnTo>
                <a:cubicBezTo>
                  <a:pt x="3632200" y="1478510"/>
                  <a:pt x="3586710" y="1524000"/>
                  <a:pt x="3530595" y="1524000"/>
                </a:cubicBezTo>
                <a:lnTo>
                  <a:pt x="50800" y="1524000"/>
                </a:lnTo>
                <a:cubicBezTo>
                  <a:pt x="22763" y="1524000"/>
                  <a:pt x="0" y="1501237"/>
                  <a:pt x="0" y="147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12115800" y="6705600"/>
            <a:ext cx="50800" cy="1524000"/>
          </a:xfrm>
          <a:custGeom>
            <a:avLst/>
            <a:gdLst/>
            <a:ahLst/>
            <a:cxnLst/>
            <a:rect l="l" t="t" r="r" b="b"/>
            <a:pathLst>
              <a:path w="50800" h="1524000">
                <a:moveTo>
                  <a:pt x="50800" y="0"/>
                </a:moveTo>
                <a:lnTo>
                  <a:pt x="50800" y="0"/>
                </a:lnTo>
                <a:lnTo>
                  <a:pt x="50800" y="1524000"/>
                </a:lnTo>
                <a:lnTo>
                  <a:pt x="50800" y="1524000"/>
                </a:lnTo>
                <a:cubicBezTo>
                  <a:pt x="22763" y="1524000"/>
                  <a:pt x="0" y="1501237"/>
                  <a:pt x="0" y="147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12392025" y="69596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22250" y="102096"/>
                </a:moveTo>
                <a:cubicBezTo>
                  <a:pt x="214908" y="106958"/>
                  <a:pt x="206474" y="110877"/>
                  <a:pt x="197693" y="114002"/>
                </a:cubicBezTo>
                <a:cubicBezTo>
                  <a:pt x="174377" y="122337"/>
                  <a:pt x="143768" y="127000"/>
                  <a:pt x="111125" y="127000"/>
                </a:cubicBezTo>
                <a:cubicBezTo>
                  <a:pt x="78482" y="127000"/>
                  <a:pt x="47823" y="122287"/>
                  <a:pt x="24557" y="114002"/>
                </a:cubicBezTo>
                <a:cubicBezTo>
                  <a:pt x="15825" y="110877"/>
                  <a:pt x="7342" y="106958"/>
                  <a:pt x="0" y="102096"/>
                </a:cubicBezTo>
                <a:lnTo>
                  <a:pt x="0" y="142875"/>
                </a:lnTo>
                <a:cubicBezTo>
                  <a:pt x="0" y="164802"/>
                  <a:pt x="49758" y="182563"/>
                  <a:pt x="111125" y="182563"/>
                </a:cubicBezTo>
                <a:cubicBezTo>
                  <a:pt x="172492" y="182563"/>
                  <a:pt x="222250" y="164802"/>
                  <a:pt x="222250" y="142875"/>
                </a:cubicBezTo>
                <a:lnTo>
                  <a:pt x="222250" y="102096"/>
                </a:lnTo>
                <a:close/>
                <a:moveTo>
                  <a:pt x="222250" y="63500"/>
                </a:moveTo>
                <a:lnTo>
                  <a:pt x="222250" y="39688"/>
                </a:lnTo>
                <a:cubicBezTo>
                  <a:pt x="222250" y="17760"/>
                  <a:pt x="172492" y="0"/>
                  <a:pt x="111125" y="0"/>
                </a:cubicBezTo>
                <a:cubicBezTo>
                  <a:pt x="49758" y="0"/>
                  <a:pt x="0" y="17760"/>
                  <a:pt x="0" y="39688"/>
                </a:cubicBezTo>
                <a:lnTo>
                  <a:pt x="0" y="63500"/>
                </a:lnTo>
                <a:cubicBezTo>
                  <a:pt x="0" y="85427"/>
                  <a:pt x="49758" y="103188"/>
                  <a:pt x="111125" y="103188"/>
                </a:cubicBezTo>
                <a:cubicBezTo>
                  <a:pt x="172492" y="103188"/>
                  <a:pt x="222250" y="85427"/>
                  <a:pt x="222250" y="63500"/>
                </a:cubicBezTo>
                <a:close/>
                <a:moveTo>
                  <a:pt x="197693" y="193377"/>
                </a:moveTo>
                <a:cubicBezTo>
                  <a:pt x="174427" y="201662"/>
                  <a:pt x="143818" y="206375"/>
                  <a:pt x="111125" y="206375"/>
                </a:cubicBezTo>
                <a:cubicBezTo>
                  <a:pt x="78432" y="206375"/>
                  <a:pt x="47823" y="201662"/>
                  <a:pt x="24557" y="193377"/>
                </a:cubicBezTo>
                <a:cubicBezTo>
                  <a:pt x="15825" y="190252"/>
                  <a:pt x="7342" y="186333"/>
                  <a:pt x="0" y="181471"/>
                </a:cubicBezTo>
                <a:lnTo>
                  <a:pt x="0" y="214313"/>
                </a:lnTo>
                <a:cubicBezTo>
                  <a:pt x="0" y="236240"/>
                  <a:pt x="49758" y="254000"/>
                  <a:pt x="111125" y="254000"/>
                </a:cubicBezTo>
                <a:cubicBezTo>
                  <a:pt x="172492" y="254000"/>
                  <a:pt x="222250" y="236240"/>
                  <a:pt x="222250" y="214313"/>
                </a:cubicBezTo>
                <a:lnTo>
                  <a:pt x="222250" y="181471"/>
                </a:lnTo>
                <a:cubicBezTo>
                  <a:pt x="214908" y="186333"/>
                  <a:pt x="206474" y="190252"/>
                  <a:pt x="197693" y="193377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2814300" y="6908800"/>
            <a:ext cx="850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存储优化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2344400" y="7366000"/>
            <a:ext cx="330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改进</a:t>
            </a:r>
            <a:r>
              <a:rPr lang="en-US" sz="16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持久化存储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 shuffle 数据管理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manh.com/db451e5cf15be6dc4a5b3e0bb51e4b3e31384e01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7265" r="7265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508000" y="581025"/>
            <a:ext cx="1562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总结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08000" y="1838325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520700" y="2613025"/>
            <a:ext cx="15214600" cy="2387600"/>
          </a:xfrm>
          <a:custGeom>
            <a:avLst/>
            <a:gdLst/>
            <a:ahLst/>
            <a:cxnLst/>
            <a:rect l="l" t="t" r="r" b="b"/>
            <a:pathLst>
              <a:path w="15214600" h="2387600">
                <a:moveTo>
                  <a:pt x="101592" y="0"/>
                </a:moveTo>
                <a:lnTo>
                  <a:pt x="15113008" y="0"/>
                </a:lnTo>
                <a:cubicBezTo>
                  <a:pt x="15169116" y="0"/>
                  <a:pt x="15214600" y="45484"/>
                  <a:pt x="15214600" y="101592"/>
                </a:cubicBezTo>
                <a:lnTo>
                  <a:pt x="15214600" y="2286008"/>
                </a:lnTo>
                <a:cubicBezTo>
                  <a:pt x="15214600" y="2342116"/>
                  <a:pt x="15169116" y="2387600"/>
                  <a:pt x="15113008" y="2387600"/>
                </a:cubicBezTo>
                <a:lnTo>
                  <a:pt x="101592" y="2387600"/>
                </a:lnTo>
                <a:cubicBezTo>
                  <a:pt x="45484" y="2387600"/>
                  <a:pt x="0" y="2342116"/>
                  <a:pt x="0" y="22860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939800" y="3032125"/>
            <a:ext cx="145034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 on Kubernetes</a:t>
            </a:r>
            <a:r>
              <a:rPr lang="en-US" sz="20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为大数据计算提供了</a:t>
            </a:r>
            <a:r>
              <a:rPr lang="en-US" sz="20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云原生部署方案</a:t>
            </a:r>
            <a:r>
              <a:rPr lang="en-US" sz="20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，通过容器化、弹性伸缩、原生调度等特性，帮助企业构建</a:t>
            </a:r>
            <a:r>
              <a:rPr lang="en-US" sz="20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高效、可扩展、易运维</a:t>
            </a:r>
            <a:r>
              <a:rPr lang="en-US" sz="20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的数据平台。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39800" y="4162425"/>
            <a:ext cx="14503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随着 </a:t>
            </a:r>
            <a:r>
              <a:rPr lang="en-US" sz="20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 Operator</a:t>
            </a:r>
            <a:r>
              <a:rPr lang="en-US" sz="20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的成熟和未来功能的完善，这一架构将成为</a:t>
            </a:r>
            <a:r>
              <a:rPr lang="en-US" sz="20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大数据云原生化</a:t>
            </a:r>
            <a:r>
              <a:rPr lang="en-US" sz="20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的事实标准。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20700" y="5426075"/>
            <a:ext cx="4851400" cy="2311400"/>
          </a:xfrm>
          <a:custGeom>
            <a:avLst/>
            <a:gdLst/>
            <a:ahLst/>
            <a:cxnLst/>
            <a:rect l="l" t="t" r="r" b="b"/>
            <a:pathLst>
              <a:path w="4851400" h="2311400">
                <a:moveTo>
                  <a:pt x="101609" y="0"/>
                </a:moveTo>
                <a:lnTo>
                  <a:pt x="4749791" y="0"/>
                </a:lnTo>
                <a:cubicBezTo>
                  <a:pt x="4805908" y="0"/>
                  <a:pt x="4851400" y="45492"/>
                  <a:pt x="4851400" y="101609"/>
                </a:cubicBezTo>
                <a:lnTo>
                  <a:pt x="4851400" y="2209791"/>
                </a:lnTo>
                <a:cubicBezTo>
                  <a:pt x="4851400" y="2265908"/>
                  <a:pt x="4805908" y="2311400"/>
                  <a:pt x="4749791" y="2311400"/>
                </a:cubicBezTo>
                <a:lnTo>
                  <a:pt x="101609" y="2311400"/>
                </a:lnTo>
                <a:cubicBezTo>
                  <a:pt x="45492" y="2311400"/>
                  <a:pt x="0" y="2265908"/>
                  <a:pt x="0" y="2209791"/>
                </a:cubicBezTo>
                <a:lnTo>
                  <a:pt x="0" y="101609"/>
                </a:lnTo>
                <a:cubicBezTo>
                  <a:pt x="0" y="45492"/>
                  <a:pt x="45492" y="0"/>
                  <a:pt x="101609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2689225" y="5743575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0" y="300038"/>
                </a:moveTo>
                <a:cubicBezTo>
                  <a:pt x="0" y="371029"/>
                  <a:pt x="57596" y="428625"/>
                  <a:pt x="128588" y="428625"/>
                </a:cubicBezTo>
                <a:lnTo>
                  <a:pt x="400050" y="428625"/>
                </a:lnTo>
                <a:cubicBezTo>
                  <a:pt x="463183" y="428625"/>
                  <a:pt x="514350" y="377458"/>
                  <a:pt x="514350" y="314325"/>
                </a:cubicBezTo>
                <a:cubicBezTo>
                  <a:pt x="514350" y="268248"/>
                  <a:pt x="487114" y="228511"/>
                  <a:pt x="447824" y="210473"/>
                </a:cubicBezTo>
                <a:cubicBezTo>
                  <a:pt x="453807" y="198775"/>
                  <a:pt x="457200" y="185470"/>
                  <a:pt x="457200" y="171450"/>
                </a:cubicBezTo>
                <a:cubicBezTo>
                  <a:pt x="457200" y="124123"/>
                  <a:pt x="418802" y="85725"/>
                  <a:pt x="371475" y="85725"/>
                </a:cubicBezTo>
                <a:cubicBezTo>
                  <a:pt x="355669" y="85725"/>
                  <a:pt x="340935" y="90011"/>
                  <a:pt x="328255" y="97423"/>
                </a:cubicBezTo>
                <a:cubicBezTo>
                  <a:pt x="306735" y="56525"/>
                  <a:pt x="263783" y="28575"/>
                  <a:pt x="214313" y="28575"/>
                </a:cubicBezTo>
                <a:cubicBezTo>
                  <a:pt x="143321" y="28575"/>
                  <a:pt x="85725" y="86171"/>
                  <a:pt x="85725" y="157163"/>
                </a:cubicBezTo>
                <a:cubicBezTo>
                  <a:pt x="85725" y="164306"/>
                  <a:pt x="86350" y="171361"/>
                  <a:pt x="87422" y="178147"/>
                </a:cubicBezTo>
                <a:cubicBezTo>
                  <a:pt x="36612" y="195292"/>
                  <a:pt x="0" y="243423"/>
                  <a:pt x="0" y="300038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774700" y="6353175"/>
            <a:ext cx="434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云原生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87400" y="6810375"/>
            <a:ext cx="431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容器化部署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弹性伸缩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702300" y="5426075"/>
            <a:ext cx="4851400" cy="2311400"/>
          </a:xfrm>
          <a:custGeom>
            <a:avLst/>
            <a:gdLst/>
            <a:ahLst/>
            <a:cxnLst/>
            <a:rect l="l" t="t" r="r" b="b"/>
            <a:pathLst>
              <a:path w="4851400" h="2311400">
                <a:moveTo>
                  <a:pt x="101609" y="0"/>
                </a:moveTo>
                <a:lnTo>
                  <a:pt x="4749791" y="0"/>
                </a:lnTo>
                <a:cubicBezTo>
                  <a:pt x="4805908" y="0"/>
                  <a:pt x="4851400" y="45492"/>
                  <a:pt x="4851400" y="101609"/>
                </a:cubicBezTo>
                <a:lnTo>
                  <a:pt x="4851400" y="2209791"/>
                </a:lnTo>
                <a:cubicBezTo>
                  <a:pt x="4851400" y="2265908"/>
                  <a:pt x="4805908" y="2311400"/>
                  <a:pt x="4749791" y="2311400"/>
                </a:cubicBezTo>
                <a:lnTo>
                  <a:pt x="101609" y="2311400"/>
                </a:lnTo>
                <a:cubicBezTo>
                  <a:pt x="45492" y="2311400"/>
                  <a:pt x="0" y="2265908"/>
                  <a:pt x="0" y="2209791"/>
                </a:cubicBezTo>
                <a:lnTo>
                  <a:pt x="0" y="101609"/>
                </a:lnTo>
                <a:cubicBezTo>
                  <a:pt x="0" y="45492"/>
                  <a:pt x="45492" y="0"/>
                  <a:pt x="101609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 w="254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7842250" y="5743575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71386" y="187970"/>
                </a:moveTo>
                <a:cubicBezTo>
                  <a:pt x="382280" y="185023"/>
                  <a:pt x="393710" y="190202"/>
                  <a:pt x="398621" y="200293"/>
                </a:cubicBezTo>
                <a:lnTo>
                  <a:pt x="415230" y="233869"/>
                </a:lnTo>
                <a:cubicBezTo>
                  <a:pt x="424428" y="235119"/>
                  <a:pt x="433447" y="237619"/>
                  <a:pt x="441930" y="241102"/>
                </a:cubicBezTo>
                <a:lnTo>
                  <a:pt x="473184" y="220295"/>
                </a:lnTo>
                <a:cubicBezTo>
                  <a:pt x="482560" y="214045"/>
                  <a:pt x="494973" y="215295"/>
                  <a:pt x="502920" y="223242"/>
                </a:cubicBezTo>
                <a:lnTo>
                  <a:pt x="520065" y="240387"/>
                </a:lnTo>
                <a:cubicBezTo>
                  <a:pt x="528012" y="248335"/>
                  <a:pt x="529263" y="260836"/>
                  <a:pt x="523012" y="270123"/>
                </a:cubicBezTo>
                <a:lnTo>
                  <a:pt x="502206" y="301288"/>
                </a:lnTo>
                <a:cubicBezTo>
                  <a:pt x="503902" y="305485"/>
                  <a:pt x="505420" y="309860"/>
                  <a:pt x="506670" y="314414"/>
                </a:cubicBezTo>
                <a:cubicBezTo>
                  <a:pt x="507921" y="318968"/>
                  <a:pt x="508724" y="323433"/>
                  <a:pt x="509349" y="327987"/>
                </a:cubicBezTo>
                <a:lnTo>
                  <a:pt x="543014" y="344597"/>
                </a:lnTo>
                <a:cubicBezTo>
                  <a:pt x="553105" y="349597"/>
                  <a:pt x="558284" y="361027"/>
                  <a:pt x="555337" y="371832"/>
                </a:cubicBezTo>
                <a:lnTo>
                  <a:pt x="549086" y="395228"/>
                </a:lnTo>
                <a:cubicBezTo>
                  <a:pt x="546140" y="406033"/>
                  <a:pt x="536049" y="413355"/>
                  <a:pt x="524798" y="412641"/>
                </a:cubicBezTo>
                <a:lnTo>
                  <a:pt x="487293" y="410230"/>
                </a:lnTo>
                <a:cubicBezTo>
                  <a:pt x="481667" y="417463"/>
                  <a:pt x="475149" y="424160"/>
                  <a:pt x="467737" y="429875"/>
                </a:cubicBezTo>
                <a:lnTo>
                  <a:pt x="470148" y="467291"/>
                </a:lnTo>
                <a:cubicBezTo>
                  <a:pt x="470862" y="478542"/>
                  <a:pt x="463540" y="488722"/>
                  <a:pt x="452735" y="491579"/>
                </a:cubicBezTo>
                <a:lnTo>
                  <a:pt x="429339" y="497830"/>
                </a:lnTo>
                <a:cubicBezTo>
                  <a:pt x="418445" y="500777"/>
                  <a:pt x="407104" y="495598"/>
                  <a:pt x="402104" y="485507"/>
                </a:cubicBezTo>
                <a:lnTo>
                  <a:pt x="385495" y="451931"/>
                </a:lnTo>
                <a:cubicBezTo>
                  <a:pt x="376297" y="450681"/>
                  <a:pt x="367278" y="448181"/>
                  <a:pt x="358795" y="444698"/>
                </a:cubicBezTo>
                <a:lnTo>
                  <a:pt x="327541" y="465505"/>
                </a:lnTo>
                <a:cubicBezTo>
                  <a:pt x="318165" y="471755"/>
                  <a:pt x="305753" y="470505"/>
                  <a:pt x="297805" y="462558"/>
                </a:cubicBezTo>
                <a:lnTo>
                  <a:pt x="280660" y="445413"/>
                </a:lnTo>
                <a:cubicBezTo>
                  <a:pt x="272713" y="437465"/>
                  <a:pt x="271463" y="425053"/>
                  <a:pt x="277713" y="415677"/>
                </a:cubicBezTo>
                <a:lnTo>
                  <a:pt x="298519" y="384423"/>
                </a:lnTo>
                <a:cubicBezTo>
                  <a:pt x="296823" y="380226"/>
                  <a:pt x="295305" y="375851"/>
                  <a:pt x="294055" y="371296"/>
                </a:cubicBezTo>
                <a:cubicBezTo>
                  <a:pt x="292804" y="366742"/>
                  <a:pt x="292001" y="362188"/>
                  <a:pt x="291376" y="357723"/>
                </a:cubicBezTo>
                <a:lnTo>
                  <a:pt x="257711" y="341114"/>
                </a:lnTo>
                <a:cubicBezTo>
                  <a:pt x="247620" y="336113"/>
                  <a:pt x="242530" y="324683"/>
                  <a:pt x="245388" y="313879"/>
                </a:cubicBezTo>
                <a:lnTo>
                  <a:pt x="251639" y="290483"/>
                </a:lnTo>
                <a:cubicBezTo>
                  <a:pt x="254585" y="279678"/>
                  <a:pt x="264676" y="272355"/>
                  <a:pt x="275927" y="273070"/>
                </a:cubicBezTo>
                <a:lnTo>
                  <a:pt x="313343" y="275481"/>
                </a:lnTo>
                <a:cubicBezTo>
                  <a:pt x="318968" y="268248"/>
                  <a:pt x="325487" y="261551"/>
                  <a:pt x="332899" y="255836"/>
                </a:cubicBezTo>
                <a:lnTo>
                  <a:pt x="330488" y="218509"/>
                </a:lnTo>
                <a:cubicBezTo>
                  <a:pt x="329773" y="207258"/>
                  <a:pt x="337096" y="197078"/>
                  <a:pt x="347901" y="194221"/>
                </a:cubicBezTo>
                <a:lnTo>
                  <a:pt x="371296" y="187970"/>
                </a:lnTo>
                <a:close/>
                <a:moveTo>
                  <a:pt x="400407" y="303609"/>
                </a:moveTo>
                <a:cubicBezTo>
                  <a:pt x="378722" y="303634"/>
                  <a:pt x="361137" y="321260"/>
                  <a:pt x="361161" y="342945"/>
                </a:cubicBezTo>
                <a:cubicBezTo>
                  <a:pt x="361186" y="364630"/>
                  <a:pt x="378811" y="382215"/>
                  <a:pt x="400496" y="382191"/>
                </a:cubicBezTo>
                <a:cubicBezTo>
                  <a:pt x="422182" y="382166"/>
                  <a:pt x="439767" y="364540"/>
                  <a:pt x="439742" y="342855"/>
                </a:cubicBezTo>
                <a:cubicBezTo>
                  <a:pt x="439718" y="321170"/>
                  <a:pt x="422092" y="303585"/>
                  <a:pt x="400407" y="303609"/>
                </a:cubicBezTo>
                <a:close/>
                <a:moveTo>
                  <a:pt x="200829" y="-40630"/>
                </a:moveTo>
                <a:lnTo>
                  <a:pt x="224224" y="-34379"/>
                </a:lnTo>
                <a:cubicBezTo>
                  <a:pt x="235029" y="-31433"/>
                  <a:pt x="242352" y="-21253"/>
                  <a:pt x="241637" y="-10091"/>
                </a:cubicBezTo>
                <a:lnTo>
                  <a:pt x="239226" y="27236"/>
                </a:lnTo>
                <a:cubicBezTo>
                  <a:pt x="246638" y="32951"/>
                  <a:pt x="253157" y="39559"/>
                  <a:pt x="258782" y="46881"/>
                </a:cubicBezTo>
                <a:lnTo>
                  <a:pt x="296287" y="44470"/>
                </a:lnTo>
                <a:cubicBezTo>
                  <a:pt x="307449" y="43755"/>
                  <a:pt x="317629" y="51078"/>
                  <a:pt x="320576" y="61883"/>
                </a:cubicBezTo>
                <a:lnTo>
                  <a:pt x="326827" y="85279"/>
                </a:lnTo>
                <a:cubicBezTo>
                  <a:pt x="329684" y="96083"/>
                  <a:pt x="324594" y="107513"/>
                  <a:pt x="314504" y="112514"/>
                </a:cubicBezTo>
                <a:lnTo>
                  <a:pt x="280839" y="129123"/>
                </a:lnTo>
                <a:cubicBezTo>
                  <a:pt x="280214" y="133677"/>
                  <a:pt x="279321" y="138232"/>
                  <a:pt x="278160" y="142696"/>
                </a:cubicBezTo>
                <a:cubicBezTo>
                  <a:pt x="276999" y="147161"/>
                  <a:pt x="275392" y="151626"/>
                  <a:pt x="273695" y="155823"/>
                </a:cubicBezTo>
                <a:lnTo>
                  <a:pt x="294501" y="187077"/>
                </a:lnTo>
                <a:cubicBezTo>
                  <a:pt x="300752" y="196453"/>
                  <a:pt x="299502" y="208865"/>
                  <a:pt x="291554" y="216813"/>
                </a:cubicBezTo>
                <a:lnTo>
                  <a:pt x="274409" y="233958"/>
                </a:lnTo>
                <a:cubicBezTo>
                  <a:pt x="266462" y="241905"/>
                  <a:pt x="254050" y="243155"/>
                  <a:pt x="244673" y="236905"/>
                </a:cubicBezTo>
                <a:lnTo>
                  <a:pt x="213420" y="216098"/>
                </a:lnTo>
                <a:cubicBezTo>
                  <a:pt x="204936" y="219581"/>
                  <a:pt x="195917" y="222081"/>
                  <a:pt x="186720" y="223331"/>
                </a:cubicBezTo>
                <a:lnTo>
                  <a:pt x="170111" y="256907"/>
                </a:lnTo>
                <a:cubicBezTo>
                  <a:pt x="165110" y="266998"/>
                  <a:pt x="153680" y="272088"/>
                  <a:pt x="142875" y="269230"/>
                </a:cubicBezTo>
                <a:lnTo>
                  <a:pt x="119479" y="262979"/>
                </a:lnTo>
                <a:cubicBezTo>
                  <a:pt x="108585" y="260033"/>
                  <a:pt x="101352" y="249853"/>
                  <a:pt x="102066" y="238691"/>
                </a:cubicBezTo>
                <a:lnTo>
                  <a:pt x="104477" y="201275"/>
                </a:lnTo>
                <a:cubicBezTo>
                  <a:pt x="97066" y="195560"/>
                  <a:pt x="90547" y="188952"/>
                  <a:pt x="84921" y="181630"/>
                </a:cubicBezTo>
                <a:lnTo>
                  <a:pt x="47417" y="184041"/>
                </a:lnTo>
                <a:cubicBezTo>
                  <a:pt x="36255" y="184755"/>
                  <a:pt x="26075" y="177433"/>
                  <a:pt x="23128" y="166628"/>
                </a:cubicBezTo>
                <a:lnTo>
                  <a:pt x="16877" y="143232"/>
                </a:lnTo>
                <a:cubicBezTo>
                  <a:pt x="14020" y="132427"/>
                  <a:pt x="19110" y="120997"/>
                  <a:pt x="29200" y="115997"/>
                </a:cubicBezTo>
                <a:lnTo>
                  <a:pt x="62865" y="99387"/>
                </a:lnTo>
                <a:cubicBezTo>
                  <a:pt x="63490" y="94833"/>
                  <a:pt x="64383" y="90368"/>
                  <a:pt x="65544" y="85814"/>
                </a:cubicBezTo>
                <a:cubicBezTo>
                  <a:pt x="66794" y="81260"/>
                  <a:pt x="68223" y="76885"/>
                  <a:pt x="70009" y="72688"/>
                </a:cubicBezTo>
                <a:lnTo>
                  <a:pt x="49203" y="41523"/>
                </a:lnTo>
                <a:cubicBezTo>
                  <a:pt x="42952" y="32147"/>
                  <a:pt x="44202" y="19735"/>
                  <a:pt x="52149" y="11787"/>
                </a:cubicBezTo>
                <a:lnTo>
                  <a:pt x="69294" y="-5358"/>
                </a:lnTo>
                <a:cubicBezTo>
                  <a:pt x="77242" y="-13305"/>
                  <a:pt x="89654" y="-14555"/>
                  <a:pt x="99030" y="-8305"/>
                </a:cubicBezTo>
                <a:lnTo>
                  <a:pt x="130284" y="12502"/>
                </a:lnTo>
                <a:cubicBezTo>
                  <a:pt x="138767" y="9019"/>
                  <a:pt x="147786" y="6519"/>
                  <a:pt x="156984" y="5269"/>
                </a:cubicBezTo>
                <a:lnTo>
                  <a:pt x="173593" y="-28307"/>
                </a:lnTo>
                <a:cubicBezTo>
                  <a:pt x="178594" y="-38398"/>
                  <a:pt x="189934" y="-43488"/>
                  <a:pt x="200829" y="-40630"/>
                </a:cubicBezTo>
                <a:close/>
                <a:moveTo>
                  <a:pt x="171807" y="75009"/>
                </a:moveTo>
                <a:cubicBezTo>
                  <a:pt x="150122" y="75009"/>
                  <a:pt x="132517" y="92615"/>
                  <a:pt x="132517" y="114300"/>
                </a:cubicBezTo>
                <a:cubicBezTo>
                  <a:pt x="132517" y="135985"/>
                  <a:pt x="150122" y="153591"/>
                  <a:pt x="171807" y="153591"/>
                </a:cubicBezTo>
                <a:cubicBezTo>
                  <a:pt x="193492" y="153591"/>
                  <a:pt x="211098" y="135985"/>
                  <a:pt x="211098" y="114300"/>
                </a:cubicBezTo>
                <a:cubicBezTo>
                  <a:pt x="211098" y="92615"/>
                  <a:pt x="193492" y="75009"/>
                  <a:pt x="171807" y="75009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5956300" y="6353175"/>
            <a:ext cx="434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易运维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969000" y="6810375"/>
            <a:ext cx="431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自动化管理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可观测性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883900" y="5426075"/>
            <a:ext cx="4851400" cy="2311400"/>
          </a:xfrm>
          <a:custGeom>
            <a:avLst/>
            <a:gdLst/>
            <a:ahLst/>
            <a:cxnLst/>
            <a:rect l="l" t="t" r="r" b="b"/>
            <a:pathLst>
              <a:path w="4851400" h="2311400">
                <a:moveTo>
                  <a:pt x="101609" y="0"/>
                </a:moveTo>
                <a:lnTo>
                  <a:pt x="4749791" y="0"/>
                </a:lnTo>
                <a:cubicBezTo>
                  <a:pt x="4805908" y="0"/>
                  <a:pt x="4851400" y="45492"/>
                  <a:pt x="4851400" y="101609"/>
                </a:cubicBezTo>
                <a:lnTo>
                  <a:pt x="4851400" y="2209791"/>
                </a:lnTo>
                <a:cubicBezTo>
                  <a:pt x="4851400" y="2265908"/>
                  <a:pt x="4805908" y="2311400"/>
                  <a:pt x="4749791" y="2311400"/>
                </a:cubicBezTo>
                <a:lnTo>
                  <a:pt x="101609" y="2311400"/>
                </a:lnTo>
                <a:cubicBezTo>
                  <a:pt x="45492" y="2311400"/>
                  <a:pt x="0" y="2265908"/>
                  <a:pt x="0" y="2209791"/>
                </a:cubicBezTo>
                <a:lnTo>
                  <a:pt x="0" y="101609"/>
                </a:lnTo>
                <a:cubicBezTo>
                  <a:pt x="0" y="45492"/>
                  <a:pt x="45492" y="0"/>
                  <a:pt x="101609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13081000" y="5743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285750"/>
                </a:moveTo>
                <a:lnTo>
                  <a:pt x="21878" y="285750"/>
                </a:lnTo>
                <a:cubicBezTo>
                  <a:pt x="-357" y="285750"/>
                  <a:pt x="-14020" y="261551"/>
                  <a:pt x="-2590" y="242441"/>
                </a:cubicBezTo>
                <a:lnTo>
                  <a:pt x="44648" y="163681"/>
                </a:lnTo>
                <a:cubicBezTo>
                  <a:pt x="52417" y="150733"/>
                  <a:pt x="66348" y="142875"/>
                  <a:pt x="81439" y="142875"/>
                </a:cubicBezTo>
                <a:lnTo>
                  <a:pt x="166271" y="142875"/>
                </a:lnTo>
                <a:cubicBezTo>
                  <a:pt x="234226" y="27771"/>
                  <a:pt x="335578" y="21967"/>
                  <a:pt x="403354" y="31879"/>
                </a:cubicBezTo>
                <a:cubicBezTo>
                  <a:pt x="414784" y="33576"/>
                  <a:pt x="423714" y="42505"/>
                  <a:pt x="425321" y="53846"/>
                </a:cubicBezTo>
                <a:cubicBezTo>
                  <a:pt x="435233" y="121622"/>
                  <a:pt x="429429" y="222974"/>
                  <a:pt x="314325" y="290929"/>
                </a:cubicBezTo>
                <a:lnTo>
                  <a:pt x="314325" y="375761"/>
                </a:lnTo>
                <a:cubicBezTo>
                  <a:pt x="314325" y="390852"/>
                  <a:pt x="306467" y="404783"/>
                  <a:pt x="293519" y="412552"/>
                </a:cubicBezTo>
                <a:lnTo>
                  <a:pt x="214759" y="459790"/>
                </a:lnTo>
                <a:cubicBezTo>
                  <a:pt x="195739" y="471220"/>
                  <a:pt x="171450" y="457468"/>
                  <a:pt x="171450" y="435322"/>
                </a:cubicBezTo>
                <a:lnTo>
                  <a:pt x="171450" y="342900"/>
                </a:lnTo>
                <a:cubicBezTo>
                  <a:pt x="171450" y="311378"/>
                  <a:pt x="145822" y="285750"/>
                  <a:pt x="114300" y="285750"/>
                </a:cubicBezTo>
                <a:lnTo>
                  <a:pt x="114211" y="285750"/>
                </a:lnTo>
                <a:close/>
                <a:moveTo>
                  <a:pt x="357188" y="142875"/>
                </a:moveTo>
                <a:cubicBezTo>
                  <a:pt x="357188" y="119219"/>
                  <a:pt x="337981" y="100013"/>
                  <a:pt x="314325" y="100013"/>
                </a:cubicBezTo>
                <a:cubicBezTo>
                  <a:pt x="290669" y="100013"/>
                  <a:pt x="271463" y="119219"/>
                  <a:pt x="271463" y="142875"/>
                </a:cubicBezTo>
                <a:cubicBezTo>
                  <a:pt x="271463" y="166531"/>
                  <a:pt x="290669" y="185738"/>
                  <a:pt x="314325" y="185738"/>
                </a:cubicBezTo>
                <a:cubicBezTo>
                  <a:pt x="337981" y="185738"/>
                  <a:pt x="357188" y="166531"/>
                  <a:pt x="357188" y="142875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11137900" y="6353175"/>
            <a:ext cx="434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高性能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150600" y="6810375"/>
            <a:ext cx="431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动态分配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资源优化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31800" y="8156575"/>
            <a:ext cx="15392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FD1C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感谢观看！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1988</Words>
  <Application>Microsoft Macintosh PowerPoint</Application>
  <PresentationFormat>自定义</PresentationFormat>
  <Paragraphs>537</Paragraphs>
  <Slides>31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7" baseType="lpstr">
      <vt:lpstr>MiSans</vt:lpstr>
      <vt:lpstr>微软雅黑</vt:lpstr>
      <vt:lpstr>Liter</vt:lpstr>
      <vt:lpstr>得意黑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 on Kubernetes 架构及组件介绍</dc:title>
  <dc:subject>Spark on Kubernetes 架构及组件介绍</dc:subject>
  <dc:creator>Kimi</dc:creator>
  <cp:lastModifiedBy>王 天青</cp:lastModifiedBy>
  <cp:revision>3</cp:revision>
  <dcterms:created xsi:type="dcterms:W3CDTF">2025-12-20T03:10:23Z</dcterms:created>
  <dcterms:modified xsi:type="dcterms:W3CDTF">2025-12-20T03:18:51Z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{"Label":"Spark on Kubernetes 架构及组件介绍","ContentProducer":"001191110108MACG2KBH8F10000","ProduceID":"19b39b3a-e0d2-82c1-8000-0000487af25c","ReservedCode1":"","ContentPropagator":"001191110108MACG2KBH8F20000","PropagateID":"19b39b3a-e0d2-82c1-8000-0000487af25c","ReservedCode2":""}</vt:lpwstr>
  </property>
</Properties>
</file>